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four lines. The point of the project is that your private details stay on your computer. The AI gets a cleaned view, and still finishes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browser agents work by reading the page and a screenshot. Those go to a cloud model. A checkout page or a support chat is full of things you never meant to share. The fix is a rule: decide what is sensitive on your own computer, and only send what has been cleaned.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of a task goes through the same pipeline. Everything in dark runs on your computer. Only step five talks to the AI, and it only sees the cleaned view. The guard is fail closed: if anything in steps one to four goes wrong, nothing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things that set this apart. Pick two to talk about: the AI never sees your card because our code types it locally, and the guard fails closed so an error means nothing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of the running app. The first is the AI view: names, address and card are solid black. The second is the Privacy choices table. On the right is a real phone approving a payment over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we added after our first sketch: one row per kind of data, three choices. The default is Ask permission, so the AI has to ask and you say yes for that one task. The same approval sheet shows up on your phone. The Windows app needs no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comes from one evaluation file that anyone can rerun. The headline is twenty nine private values exposed without the system and none with it. Be clear that this is on our six controlled pages with default settings. The Gemini number is from the official run, before we added the model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straight onto the four tasks in the problem statement. Say the honest part out loud: it is a working prototype on controlled pages, not a layer for every website yet. The next step would be a real-sites mode and a browser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40080" y="6419088"/>
            <a:ext cx="5486400" cy="274320"/>
          </a:xfrm>
          <a:prstGeom prst="rect">
            <a:avLst/>
          </a:prstGeom>
          <a:noFill/>
          <a:ln/>
        </p:spPr>
        <p:txBody>
          <a:bodyPr wrap="square" lIns="0" tIns="0" rIns="0" bIns="0" rtlCol="0" anchor="ctr"/>
          <a:lstStyle/>
          <a:p>
            <a:pPr indent="0" marL="0">
              <a:buNone/>
            </a:pPr>
            <a:r>
              <a:rPr lang="en-US" sz="1000" dirty="0">
                <a:solidFill>
                  <a:schemeClr val="accent3"/>
                </a:solidFill>
                <a:latin typeface="Arial" pitchFamily="34" charset="0"/>
                <a:ea typeface="Arial" pitchFamily="34" charset="-122"/>
                <a:cs typeface="Arial" pitchFamily="34" charset="-120"/>
              </a:rPr>
              <a:t>PrivacyLens  |  PECATHON'26  |  PS-004</a:t>
            </a:r>
            <a:endParaRPr lang="en-US" sz="1000" dirty="0"/>
          </a:p>
        </p:txBody>
      </p:sp>
      <p:sp>
        <p:nvSpPr>
          <p:cNvPr id="3" name="Text 1"/>
          <p:cNvSpPr/>
          <p:nvPr>
            <p:ph idx="101" type="title" hasCustomPrompt="1"/>
          </p:nvPr>
        </p:nvSpPr>
        <p:spPr>
          <a:xfrm>
            <a:off x="640080" y="457200"/>
            <a:ext cx="9326880" cy="1005840"/>
          </a:xfrm>
          <a:prstGeom prst="rect">
            <a:avLst/>
          </a:prstGeom>
          <a:noFill/>
          <a:ln/>
        </p:spPr>
        <p:txBody>
          <a:bodyPr wrap="square" rtlCol="0"/>
          <a:lstStyle>
            <a:lvl1pPr indent="0" marL="0">
              <a:buNone/>
              <a:defRPr lang="en-US" sz="3800" b="1" dirty="0">
                <a:solidFill>
                  <a:schemeClr val="tx1"/>
                </a:solidFill>
                <a:latin typeface="Arial" pitchFamily="34" charset="0"/>
                <a:ea typeface="Arial" pitchFamily="34" charset="-122"/>
                <a:cs typeface="Arial" pitchFamily="34" charset="-120"/>
              </a:defRPr>
            </a:lvl1pPr>
          </a:lstStyle>
          <a:p>
            <a:pPr indent="0" marL="0">
              <a:buNone/>
            </a:pPr>
            <a:endParaRPr lang="en-US" sz="38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kicker"/>
          <p:cNvSpPr txBox="1"/>
          <p:nvPr/>
        </p:nvSpPr>
        <p:spPr>
          <a:xfrm>
            <a:off x="640080" y="960120"/>
            <a:ext cx="4572000" cy="320040"/>
          </a:xfrm>
          <a:prstGeom prst="rect">
            <a:avLst/>
          </a:prstGeom>
          <a:noFill/>
          <a:ln/>
        </p:spPr>
        <p:txBody>
          <a:bodyPr wrap="square" lIns="0" tIns="0" rIns="0" bIns="0" rtlCol="0" anchor="t"/>
          <a:lstStyle/>
          <a:p>
            <a:pPr indent="0" marL="0">
              <a:buNone/>
            </a:pPr>
            <a:r>
              <a:rPr lang="en-US" sz="1400" b="1" spc="400" kern="0" dirty="0">
                <a:solidFill>
                  <a:schemeClr val="accent1"/>
                </a:solidFill>
                <a:latin typeface="Arial" pitchFamily="34" charset="0"/>
                <a:ea typeface="Arial" pitchFamily="34" charset="-122"/>
                <a:cs typeface="Arial" pitchFamily="34" charset="-120"/>
              </a:rPr>
              <a:t>PRIVACYLENS</a:t>
            </a:r>
            <a:endParaRPr lang="en-US" sz="1400" dirty="0"/>
          </a:p>
        </p:txBody>
      </p:sp>
      <p:sp>
        <p:nvSpPr>
          <p:cNvPr id="4" name="headline"/>
          <p:cNvSpPr txBox="1"/>
          <p:nvPr/>
        </p:nvSpPr>
        <p:spPr>
          <a:xfrm>
            <a:off x="640080" y="1463040"/>
            <a:ext cx="5669280" cy="3566160"/>
          </a:xfrm>
          <a:prstGeom prst="rect">
            <a:avLst/>
          </a:prstGeom>
          <a:noFill/>
          <a:ln/>
        </p:spPr>
        <p:txBody>
          <a:bodyPr wrap="square" lIns="0" tIns="0" rIns="0" bIns="0" rtlCol="0" anchor="t"/>
          <a:lstStyle/>
          <a:p>
            <a:pPr indent="0" marL="0">
              <a:lnSpc>
                <a:spcPct val="92000"/>
              </a:lnSpc>
              <a:buNone/>
            </a:pPr>
            <a:r>
              <a:rPr lang="en-US" sz="5600" b="1" dirty="0">
                <a:solidFill>
                  <a:schemeClr val="tx1"/>
                </a:solidFill>
                <a:latin typeface="Arial" pitchFamily="34" charset="0"/>
                <a:ea typeface="Arial" pitchFamily="34" charset="-122"/>
                <a:cs typeface="Arial" pitchFamily="34" charset="-120"/>
              </a:rPr>
              <a:t>Your face.</a:t>
            </a:r>
            <a:endParaRPr lang="en-US" sz="5600" dirty="0"/>
          </a:p>
          <a:p>
            <a:pPr indent="0" marL="0">
              <a:lnSpc>
                <a:spcPct val="92000"/>
              </a:lnSpc>
              <a:buNone/>
            </a:pPr>
            <a:r>
              <a:rPr lang="en-US" sz="5600" b="1" dirty="0">
                <a:solidFill>
                  <a:schemeClr val="tx1"/>
                </a:solidFill>
                <a:latin typeface="Arial" pitchFamily="34" charset="0"/>
                <a:ea typeface="Arial" pitchFamily="34" charset="-122"/>
                <a:cs typeface="Arial" pitchFamily="34" charset="-120"/>
              </a:rPr>
              <a:t>Your card.</a:t>
            </a:r>
            <a:endParaRPr lang="en-US" sz="5600" dirty="0"/>
          </a:p>
          <a:p>
            <a:pPr indent="0" marL="0">
              <a:lnSpc>
                <a:spcPct val="92000"/>
              </a:lnSpc>
              <a:buNone/>
            </a:pPr>
            <a:r>
              <a:rPr lang="en-US" sz="5600" b="1" dirty="0">
                <a:solidFill>
                  <a:schemeClr val="tx1"/>
                </a:solidFill>
                <a:latin typeface="Arial" pitchFamily="34" charset="0"/>
                <a:ea typeface="Arial" pitchFamily="34" charset="-122"/>
                <a:cs typeface="Arial" pitchFamily="34" charset="-120"/>
              </a:rPr>
              <a:t>Your OTP.</a:t>
            </a:r>
            <a:endParaRPr lang="en-US" sz="5600" dirty="0"/>
          </a:p>
          <a:p>
            <a:pPr indent="0" marL="0">
              <a:lnSpc>
                <a:spcPct val="92000"/>
              </a:lnSpc>
              <a:buNone/>
            </a:pPr>
            <a:r>
              <a:rPr lang="en-US" sz="5600" b="1" dirty="0">
                <a:solidFill>
                  <a:schemeClr val="accent1"/>
                </a:solidFill>
                <a:latin typeface="Arial" pitchFamily="34" charset="0"/>
                <a:ea typeface="Arial" pitchFamily="34" charset="-122"/>
                <a:cs typeface="Arial" pitchFamily="34" charset="-120"/>
              </a:rPr>
              <a:t>Not the AI's.</a:t>
            </a:r>
            <a:endParaRPr lang="en-US" sz="5600" dirty="0"/>
          </a:p>
        </p:txBody>
      </p:sp>
      <p:sp>
        <p:nvSpPr>
          <p:cNvPr id="5" name="event line"/>
          <p:cNvSpPr txBox="1"/>
          <p:nvPr/>
        </p:nvSpPr>
        <p:spPr>
          <a:xfrm>
            <a:off x="640080" y="5349240"/>
            <a:ext cx="5669280" cy="365760"/>
          </a:xfrm>
          <a:prstGeom prst="rect">
            <a:avLst/>
          </a:prstGeom>
          <a:noFill/>
          <a:ln/>
        </p:spPr>
        <p:txBody>
          <a:bodyPr wrap="square" lIns="0" tIns="0" rIns="0" bIns="0" rtlCol="0" anchor="t"/>
          <a:lstStyle/>
          <a:p>
            <a:pPr indent="0" marL="0">
              <a:buNone/>
            </a:pPr>
            <a:r>
              <a:rPr lang="en-US" sz="1600" dirty="0">
                <a:solidFill>
                  <a:schemeClr val="accent3"/>
                </a:solidFill>
                <a:latin typeface="Arial" pitchFamily="34" charset="0"/>
                <a:ea typeface="Arial" pitchFamily="34" charset="-122"/>
                <a:cs typeface="Arial" pitchFamily="34" charset="-120"/>
              </a:rPr>
              <a:t>PECATHON'26  |  PS-004  |  Team code PF-A73PXS</a:t>
            </a:r>
            <a:endParaRPr lang="en-US" sz="1600" dirty="0"/>
          </a:p>
        </p:txBody>
      </p:sp>
      <p:sp>
        <p:nvSpPr>
          <p:cNvPr id="6" name="title face 0-0"/>
          <p:cNvSpPr/>
          <p:nvPr/>
        </p:nvSpPr>
        <p:spPr>
          <a:xfrm>
            <a:off x="6400800" y="777240"/>
            <a:ext cx="457200" cy="457200"/>
          </a:xfrm>
          <a:prstGeom prst="roundRect">
            <a:avLst>
              <a:gd name="adj" fmla="val 20000"/>
            </a:avLst>
          </a:prstGeom>
          <a:solidFill>
            <a:schemeClr val="accent2"/>
          </a:solidFill>
          <a:ln/>
        </p:spPr>
      </p:sp>
      <p:sp>
        <p:nvSpPr>
          <p:cNvPr id="7" name="title face 0-1"/>
          <p:cNvSpPr/>
          <p:nvPr/>
        </p:nvSpPr>
        <p:spPr>
          <a:xfrm>
            <a:off x="6940296" y="777240"/>
            <a:ext cx="457200" cy="457200"/>
          </a:xfrm>
          <a:prstGeom prst="roundRect">
            <a:avLst>
              <a:gd name="adj" fmla="val 20000"/>
            </a:avLst>
          </a:prstGeom>
          <a:solidFill>
            <a:schemeClr val="accent5"/>
          </a:solidFill>
          <a:ln/>
        </p:spPr>
      </p:sp>
      <p:sp>
        <p:nvSpPr>
          <p:cNvPr id="8" name="title face 0-2"/>
          <p:cNvSpPr/>
          <p:nvPr/>
        </p:nvSpPr>
        <p:spPr>
          <a:xfrm>
            <a:off x="7479792" y="777240"/>
            <a:ext cx="457200" cy="457200"/>
          </a:xfrm>
          <a:prstGeom prst="roundRect">
            <a:avLst>
              <a:gd name="adj" fmla="val 20000"/>
            </a:avLst>
          </a:prstGeom>
          <a:solidFill>
            <a:schemeClr val="accent5"/>
          </a:solidFill>
          <a:ln/>
        </p:spPr>
      </p:sp>
      <p:sp>
        <p:nvSpPr>
          <p:cNvPr id="9" name="title face 0-3"/>
          <p:cNvSpPr/>
          <p:nvPr/>
        </p:nvSpPr>
        <p:spPr>
          <a:xfrm>
            <a:off x="8019288" y="777240"/>
            <a:ext cx="457200" cy="457200"/>
          </a:xfrm>
          <a:prstGeom prst="roundRect">
            <a:avLst>
              <a:gd name="adj" fmla="val 20000"/>
            </a:avLst>
          </a:prstGeom>
          <a:solidFill>
            <a:schemeClr val="accent5"/>
          </a:solidFill>
          <a:ln/>
        </p:spPr>
      </p:sp>
      <p:sp>
        <p:nvSpPr>
          <p:cNvPr id="10" name="title face 0-4"/>
          <p:cNvSpPr/>
          <p:nvPr/>
        </p:nvSpPr>
        <p:spPr>
          <a:xfrm>
            <a:off x="8558784" y="777240"/>
            <a:ext cx="457200" cy="457200"/>
          </a:xfrm>
          <a:prstGeom prst="roundRect">
            <a:avLst>
              <a:gd name="adj" fmla="val 20000"/>
            </a:avLst>
          </a:prstGeom>
          <a:solidFill>
            <a:schemeClr val="accent5"/>
          </a:solidFill>
          <a:ln/>
        </p:spPr>
      </p:sp>
      <p:sp>
        <p:nvSpPr>
          <p:cNvPr id="11" name="title face 0-5"/>
          <p:cNvSpPr/>
          <p:nvPr/>
        </p:nvSpPr>
        <p:spPr>
          <a:xfrm>
            <a:off x="9098280" y="777240"/>
            <a:ext cx="457200" cy="457200"/>
          </a:xfrm>
          <a:prstGeom prst="roundRect">
            <a:avLst>
              <a:gd name="adj" fmla="val 20000"/>
            </a:avLst>
          </a:prstGeom>
          <a:solidFill>
            <a:schemeClr val="accent5"/>
          </a:solidFill>
          <a:ln/>
        </p:spPr>
      </p:sp>
      <p:sp>
        <p:nvSpPr>
          <p:cNvPr id="12" name="title face 0-6"/>
          <p:cNvSpPr/>
          <p:nvPr/>
        </p:nvSpPr>
        <p:spPr>
          <a:xfrm>
            <a:off x="9637776" y="777240"/>
            <a:ext cx="457200" cy="457200"/>
          </a:xfrm>
          <a:prstGeom prst="roundRect">
            <a:avLst>
              <a:gd name="adj" fmla="val 20000"/>
            </a:avLst>
          </a:prstGeom>
          <a:solidFill>
            <a:schemeClr val="accent5"/>
          </a:solidFill>
          <a:ln/>
        </p:spPr>
      </p:sp>
      <p:sp>
        <p:nvSpPr>
          <p:cNvPr id="13" name="title face 0-7"/>
          <p:cNvSpPr/>
          <p:nvPr/>
        </p:nvSpPr>
        <p:spPr>
          <a:xfrm>
            <a:off x="10177272" y="777240"/>
            <a:ext cx="457200" cy="457200"/>
          </a:xfrm>
          <a:prstGeom prst="roundRect">
            <a:avLst>
              <a:gd name="adj" fmla="val 20000"/>
            </a:avLst>
          </a:prstGeom>
          <a:solidFill>
            <a:schemeClr val="accent5"/>
          </a:solidFill>
          <a:ln/>
        </p:spPr>
      </p:sp>
      <p:sp>
        <p:nvSpPr>
          <p:cNvPr id="14" name="title face 0-8"/>
          <p:cNvSpPr/>
          <p:nvPr/>
        </p:nvSpPr>
        <p:spPr>
          <a:xfrm>
            <a:off x="10716768" y="777240"/>
            <a:ext cx="457200" cy="457200"/>
          </a:xfrm>
          <a:prstGeom prst="roundRect">
            <a:avLst>
              <a:gd name="adj" fmla="val 20000"/>
            </a:avLst>
          </a:prstGeom>
          <a:solidFill>
            <a:schemeClr val="accent5"/>
          </a:solidFill>
          <a:ln/>
        </p:spPr>
      </p:sp>
      <p:sp>
        <p:nvSpPr>
          <p:cNvPr id="15" name="title face 0-9"/>
          <p:cNvSpPr/>
          <p:nvPr/>
        </p:nvSpPr>
        <p:spPr>
          <a:xfrm>
            <a:off x="11256264" y="777240"/>
            <a:ext cx="457200" cy="457200"/>
          </a:xfrm>
          <a:prstGeom prst="roundRect">
            <a:avLst>
              <a:gd name="adj" fmla="val 20000"/>
            </a:avLst>
          </a:prstGeom>
          <a:solidFill>
            <a:schemeClr val="accent5"/>
          </a:solidFill>
          <a:ln/>
        </p:spPr>
      </p:sp>
      <p:sp>
        <p:nvSpPr>
          <p:cNvPr id="16" name="title face 1-0"/>
          <p:cNvSpPr/>
          <p:nvPr/>
        </p:nvSpPr>
        <p:spPr>
          <a:xfrm>
            <a:off x="6400800" y="1316736"/>
            <a:ext cx="457200" cy="457200"/>
          </a:xfrm>
          <a:prstGeom prst="roundRect">
            <a:avLst>
              <a:gd name="adj" fmla="val 20000"/>
            </a:avLst>
          </a:prstGeom>
          <a:solidFill>
            <a:schemeClr val="accent5"/>
          </a:solidFill>
          <a:ln/>
        </p:spPr>
      </p:sp>
      <p:sp>
        <p:nvSpPr>
          <p:cNvPr id="17" name="title face 1-1"/>
          <p:cNvSpPr/>
          <p:nvPr/>
        </p:nvSpPr>
        <p:spPr>
          <a:xfrm>
            <a:off x="6940296" y="1316736"/>
            <a:ext cx="457200" cy="457200"/>
          </a:xfrm>
          <a:prstGeom prst="roundRect">
            <a:avLst>
              <a:gd name="adj" fmla="val 20000"/>
            </a:avLst>
          </a:prstGeom>
          <a:solidFill>
            <a:schemeClr val="accent5"/>
          </a:solidFill>
          <a:ln/>
        </p:spPr>
      </p:sp>
      <p:sp>
        <p:nvSpPr>
          <p:cNvPr id="18" name="title face 1-2"/>
          <p:cNvSpPr/>
          <p:nvPr/>
        </p:nvSpPr>
        <p:spPr>
          <a:xfrm>
            <a:off x="7479792" y="1316736"/>
            <a:ext cx="457200" cy="457200"/>
          </a:xfrm>
          <a:prstGeom prst="roundRect">
            <a:avLst>
              <a:gd name="adj" fmla="val 20000"/>
            </a:avLst>
          </a:prstGeom>
          <a:solidFill>
            <a:schemeClr val="accent3"/>
          </a:solidFill>
          <a:ln/>
        </p:spPr>
      </p:sp>
      <p:sp>
        <p:nvSpPr>
          <p:cNvPr id="19" name="title face 1-3"/>
          <p:cNvSpPr/>
          <p:nvPr/>
        </p:nvSpPr>
        <p:spPr>
          <a:xfrm>
            <a:off x="8019288" y="1316736"/>
            <a:ext cx="457200" cy="457200"/>
          </a:xfrm>
          <a:prstGeom prst="roundRect">
            <a:avLst>
              <a:gd name="adj" fmla="val 20000"/>
            </a:avLst>
          </a:prstGeom>
          <a:solidFill>
            <a:schemeClr val="accent3"/>
          </a:solidFill>
          <a:ln/>
        </p:spPr>
      </p:sp>
      <p:sp>
        <p:nvSpPr>
          <p:cNvPr id="20" name="title face 1-4"/>
          <p:cNvSpPr/>
          <p:nvPr/>
        </p:nvSpPr>
        <p:spPr>
          <a:xfrm>
            <a:off x="8558784" y="1316736"/>
            <a:ext cx="457200" cy="457200"/>
          </a:xfrm>
          <a:prstGeom prst="roundRect">
            <a:avLst>
              <a:gd name="adj" fmla="val 20000"/>
            </a:avLst>
          </a:prstGeom>
          <a:solidFill>
            <a:schemeClr val="accent3"/>
          </a:solidFill>
          <a:ln/>
        </p:spPr>
      </p:sp>
      <p:sp>
        <p:nvSpPr>
          <p:cNvPr id="21" name="title face 1-5"/>
          <p:cNvSpPr/>
          <p:nvPr/>
        </p:nvSpPr>
        <p:spPr>
          <a:xfrm>
            <a:off x="9098280" y="1316736"/>
            <a:ext cx="457200" cy="457200"/>
          </a:xfrm>
          <a:prstGeom prst="roundRect">
            <a:avLst>
              <a:gd name="adj" fmla="val 20000"/>
            </a:avLst>
          </a:prstGeom>
          <a:solidFill>
            <a:schemeClr val="accent1"/>
          </a:solidFill>
          <a:ln/>
        </p:spPr>
      </p:sp>
      <p:sp>
        <p:nvSpPr>
          <p:cNvPr id="22" name="title face 1-6"/>
          <p:cNvSpPr/>
          <p:nvPr/>
        </p:nvSpPr>
        <p:spPr>
          <a:xfrm>
            <a:off x="9637776" y="1316736"/>
            <a:ext cx="457200" cy="457200"/>
          </a:xfrm>
          <a:prstGeom prst="roundRect">
            <a:avLst>
              <a:gd name="adj" fmla="val 20000"/>
            </a:avLst>
          </a:prstGeom>
          <a:solidFill>
            <a:schemeClr val="accent3"/>
          </a:solidFill>
          <a:ln/>
        </p:spPr>
      </p:sp>
      <p:sp>
        <p:nvSpPr>
          <p:cNvPr id="23" name="title face 1-7"/>
          <p:cNvSpPr/>
          <p:nvPr/>
        </p:nvSpPr>
        <p:spPr>
          <a:xfrm>
            <a:off x="10177272" y="1316736"/>
            <a:ext cx="457200" cy="457200"/>
          </a:xfrm>
          <a:prstGeom prst="roundRect">
            <a:avLst>
              <a:gd name="adj" fmla="val 20000"/>
            </a:avLst>
          </a:prstGeom>
          <a:solidFill>
            <a:schemeClr val="accent3"/>
          </a:solidFill>
          <a:ln/>
        </p:spPr>
      </p:sp>
      <p:sp>
        <p:nvSpPr>
          <p:cNvPr id="24" name="title face 1-8"/>
          <p:cNvSpPr/>
          <p:nvPr/>
        </p:nvSpPr>
        <p:spPr>
          <a:xfrm>
            <a:off x="10716768" y="1316736"/>
            <a:ext cx="457200" cy="457200"/>
          </a:xfrm>
          <a:prstGeom prst="roundRect">
            <a:avLst>
              <a:gd name="adj" fmla="val 20000"/>
            </a:avLst>
          </a:prstGeom>
          <a:solidFill>
            <a:schemeClr val="accent5"/>
          </a:solidFill>
          <a:ln/>
        </p:spPr>
      </p:sp>
      <p:sp>
        <p:nvSpPr>
          <p:cNvPr id="25" name="title face 1-9"/>
          <p:cNvSpPr/>
          <p:nvPr/>
        </p:nvSpPr>
        <p:spPr>
          <a:xfrm>
            <a:off x="11256264" y="1316736"/>
            <a:ext cx="457200" cy="457200"/>
          </a:xfrm>
          <a:prstGeom prst="roundRect">
            <a:avLst>
              <a:gd name="adj" fmla="val 20000"/>
            </a:avLst>
          </a:prstGeom>
          <a:solidFill>
            <a:schemeClr val="accent5"/>
          </a:solidFill>
          <a:ln/>
        </p:spPr>
      </p:sp>
      <p:sp>
        <p:nvSpPr>
          <p:cNvPr id="26" name="title face 2-0"/>
          <p:cNvSpPr/>
          <p:nvPr/>
        </p:nvSpPr>
        <p:spPr>
          <a:xfrm>
            <a:off x="6400800" y="1856232"/>
            <a:ext cx="457200" cy="457200"/>
          </a:xfrm>
          <a:prstGeom prst="roundRect">
            <a:avLst>
              <a:gd name="adj" fmla="val 20000"/>
            </a:avLst>
          </a:prstGeom>
          <a:solidFill>
            <a:schemeClr val="accent5"/>
          </a:solidFill>
          <a:ln/>
        </p:spPr>
      </p:sp>
      <p:sp>
        <p:nvSpPr>
          <p:cNvPr id="27" name="title face 2-1"/>
          <p:cNvSpPr/>
          <p:nvPr/>
        </p:nvSpPr>
        <p:spPr>
          <a:xfrm>
            <a:off x="6940296" y="1856232"/>
            <a:ext cx="457200" cy="457200"/>
          </a:xfrm>
          <a:prstGeom prst="roundRect">
            <a:avLst>
              <a:gd name="adj" fmla="val 20000"/>
            </a:avLst>
          </a:prstGeom>
          <a:solidFill>
            <a:schemeClr val="accent3"/>
          </a:solidFill>
          <a:ln/>
        </p:spPr>
      </p:sp>
      <p:sp>
        <p:nvSpPr>
          <p:cNvPr id="28" name="title face 2-2"/>
          <p:cNvSpPr/>
          <p:nvPr/>
        </p:nvSpPr>
        <p:spPr>
          <a:xfrm>
            <a:off x="7479792" y="1856232"/>
            <a:ext cx="457200" cy="457200"/>
          </a:xfrm>
          <a:prstGeom prst="roundRect">
            <a:avLst>
              <a:gd name="adj" fmla="val 20000"/>
            </a:avLst>
          </a:prstGeom>
          <a:solidFill>
            <a:schemeClr val="accent3"/>
          </a:solidFill>
          <a:ln/>
        </p:spPr>
      </p:sp>
      <p:sp>
        <p:nvSpPr>
          <p:cNvPr id="29" name="title face 2-3"/>
          <p:cNvSpPr/>
          <p:nvPr/>
        </p:nvSpPr>
        <p:spPr>
          <a:xfrm>
            <a:off x="8019288" y="1856232"/>
            <a:ext cx="457200" cy="457200"/>
          </a:xfrm>
          <a:prstGeom prst="roundRect">
            <a:avLst>
              <a:gd name="adj" fmla="val 20000"/>
            </a:avLst>
          </a:prstGeom>
          <a:solidFill>
            <a:schemeClr val="accent4"/>
          </a:solidFill>
          <a:ln/>
        </p:spPr>
      </p:sp>
      <p:sp>
        <p:nvSpPr>
          <p:cNvPr id="30" name="title face 2-4"/>
          <p:cNvSpPr/>
          <p:nvPr/>
        </p:nvSpPr>
        <p:spPr>
          <a:xfrm>
            <a:off x="8558784" y="1856232"/>
            <a:ext cx="457200" cy="457200"/>
          </a:xfrm>
          <a:prstGeom prst="roundRect">
            <a:avLst>
              <a:gd name="adj" fmla="val 20000"/>
            </a:avLst>
          </a:prstGeom>
          <a:solidFill>
            <a:schemeClr val="accent4"/>
          </a:solidFill>
          <a:ln/>
        </p:spPr>
      </p:sp>
      <p:sp>
        <p:nvSpPr>
          <p:cNvPr id="31" name="title face 2-5"/>
          <p:cNvSpPr/>
          <p:nvPr/>
        </p:nvSpPr>
        <p:spPr>
          <a:xfrm>
            <a:off x="9098280" y="1856232"/>
            <a:ext cx="457200" cy="457200"/>
          </a:xfrm>
          <a:prstGeom prst="roundRect">
            <a:avLst>
              <a:gd name="adj" fmla="val 20000"/>
            </a:avLst>
          </a:prstGeom>
          <a:solidFill>
            <a:schemeClr val="accent4"/>
          </a:solidFill>
          <a:ln/>
        </p:spPr>
      </p:sp>
      <p:sp>
        <p:nvSpPr>
          <p:cNvPr id="32" name="title face 2-6"/>
          <p:cNvSpPr/>
          <p:nvPr/>
        </p:nvSpPr>
        <p:spPr>
          <a:xfrm>
            <a:off x="9637776" y="1856232"/>
            <a:ext cx="457200" cy="457200"/>
          </a:xfrm>
          <a:prstGeom prst="roundRect">
            <a:avLst>
              <a:gd name="adj" fmla="val 20000"/>
            </a:avLst>
          </a:prstGeom>
          <a:solidFill>
            <a:schemeClr val="accent4"/>
          </a:solidFill>
          <a:ln/>
        </p:spPr>
      </p:sp>
      <p:sp>
        <p:nvSpPr>
          <p:cNvPr id="33" name="title face 2-7"/>
          <p:cNvSpPr/>
          <p:nvPr/>
        </p:nvSpPr>
        <p:spPr>
          <a:xfrm>
            <a:off x="10177272" y="1856232"/>
            <a:ext cx="457200" cy="457200"/>
          </a:xfrm>
          <a:prstGeom prst="roundRect">
            <a:avLst>
              <a:gd name="adj" fmla="val 20000"/>
            </a:avLst>
          </a:prstGeom>
          <a:solidFill>
            <a:schemeClr val="accent3"/>
          </a:solidFill>
          <a:ln/>
        </p:spPr>
      </p:sp>
      <p:sp>
        <p:nvSpPr>
          <p:cNvPr id="34" name="title face 2-8"/>
          <p:cNvSpPr/>
          <p:nvPr/>
        </p:nvSpPr>
        <p:spPr>
          <a:xfrm>
            <a:off x="10716768" y="1856232"/>
            <a:ext cx="457200" cy="457200"/>
          </a:xfrm>
          <a:prstGeom prst="roundRect">
            <a:avLst>
              <a:gd name="adj" fmla="val 20000"/>
            </a:avLst>
          </a:prstGeom>
          <a:solidFill>
            <a:schemeClr val="accent3"/>
          </a:solidFill>
          <a:ln/>
        </p:spPr>
      </p:sp>
      <p:sp>
        <p:nvSpPr>
          <p:cNvPr id="35" name="title face 2-9"/>
          <p:cNvSpPr/>
          <p:nvPr/>
        </p:nvSpPr>
        <p:spPr>
          <a:xfrm>
            <a:off x="11256264" y="1856232"/>
            <a:ext cx="457200" cy="457200"/>
          </a:xfrm>
          <a:prstGeom prst="roundRect">
            <a:avLst>
              <a:gd name="adj" fmla="val 20000"/>
            </a:avLst>
          </a:prstGeom>
          <a:solidFill>
            <a:schemeClr val="accent2"/>
          </a:solidFill>
          <a:ln/>
        </p:spPr>
      </p:sp>
      <p:sp>
        <p:nvSpPr>
          <p:cNvPr id="36" name="title face 3-0"/>
          <p:cNvSpPr/>
          <p:nvPr/>
        </p:nvSpPr>
        <p:spPr>
          <a:xfrm>
            <a:off x="6400800" y="2395728"/>
            <a:ext cx="457200" cy="457200"/>
          </a:xfrm>
          <a:prstGeom prst="roundRect">
            <a:avLst>
              <a:gd name="adj" fmla="val 20000"/>
            </a:avLst>
          </a:prstGeom>
          <a:solidFill>
            <a:schemeClr val="accent5"/>
          </a:solidFill>
          <a:ln/>
        </p:spPr>
      </p:sp>
      <p:sp>
        <p:nvSpPr>
          <p:cNvPr id="37" name="title face 3-1"/>
          <p:cNvSpPr/>
          <p:nvPr/>
        </p:nvSpPr>
        <p:spPr>
          <a:xfrm>
            <a:off x="6940296" y="2395728"/>
            <a:ext cx="457200" cy="457200"/>
          </a:xfrm>
          <a:prstGeom prst="roundRect">
            <a:avLst>
              <a:gd name="adj" fmla="val 20000"/>
            </a:avLst>
          </a:prstGeom>
          <a:solidFill>
            <a:schemeClr val="accent3"/>
          </a:solidFill>
          <a:ln/>
        </p:spPr>
      </p:sp>
      <p:sp>
        <p:nvSpPr>
          <p:cNvPr id="38" name="title face 3-2"/>
          <p:cNvSpPr/>
          <p:nvPr/>
        </p:nvSpPr>
        <p:spPr>
          <a:xfrm>
            <a:off x="7479792" y="2395728"/>
            <a:ext cx="457200" cy="457200"/>
          </a:xfrm>
          <a:prstGeom prst="roundRect">
            <a:avLst>
              <a:gd name="adj" fmla="val 20000"/>
            </a:avLst>
          </a:prstGeom>
          <a:solidFill>
            <a:schemeClr val="accent4"/>
          </a:solidFill>
          <a:ln/>
        </p:spPr>
      </p:sp>
      <p:sp>
        <p:nvSpPr>
          <p:cNvPr id="39" name="title face 3-3"/>
          <p:cNvSpPr/>
          <p:nvPr/>
        </p:nvSpPr>
        <p:spPr>
          <a:xfrm>
            <a:off x="8019288" y="2395728"/>
            <a:ext cx="457200" cy="457200"/>
          </a:xfrm>
          <a:prstGeom prst="roundRect">
            <a:avLst>
              <a:gd name="adj" fmla="val 20000"/>
            </a:avLst>
          </a:prstGeom>
          <a:solidFill>
            <a:schemeClr val="accent6"/>
          </a:solidFill>
          <a:ln/>
        </p:spPr>
      </p:sp>
      <p:sp>
        <p:nvSpPr>
          <p:cNvPr id="40" name="title face 3-4"/>
          <p:cNvSpPr/>
          <p:nvPr/>
        </p:nvSpPr>
        <p:spPr>
          <a:xfrm>
            <a:off x="8558784" y="2395728"/>
            <a:ext cx="457200" cy="457200"/>
          </a:xfrm>
          <a:prstGeom prst="roundRect">
            <a:avLst>
              <a:gd name="adj" fmla="val 20000"/>
            </a:avLst>
          </a:prstGeom>
          <a:solidFill>
            <a:schemeClr val="accent1"/>
          </a:solidFill>
          <a:ln/>
        </p:spPr>
      </p:sp>
      <p:sp>
        <p:nvSpPr>
          <p:cNvPr id="41" name="title face 3-5"/>
          <p:cNvSpPr/>
          <p:nvPr/>
        </p:nvSpPr>
        <p:spPr>
          <a:xfrm>
            <a:off x="9098280" y="2395728"/>
            <a:ext cx="457200" cy="457200"/>
          </a:xfrm>
          <a:prstGeom prst="roundRect">
            <a:avLst>
              <a:gd name="adj" fmla="val 20000"/>
            </a:avLst>
          </a:prstGeom>
          <a:solidFill>
            <a:schemeClr val="accent6"/>
          </a:solidFill>
          <a:ln/>
        </p:spPr>
      </p:sp>
      <p:sp>
        <p:nvSpPr>
          <p:cNvPr id="42" name="title face 3-6"/>
          <p:cNvSpPr/>
          <p:nvPr/>
        </p:nvSpPr>
        <p:spPr>
          <a:xfrm>
            <a:off x="9637776" y="2395728"/>
            <a:ext cx="457200" cy="457200"/>
          </a:xfrm>
          <a:prstGeom prst="roundRect">
            <a:avLst>
              <a:gd name="adj" fmla="val 20000"/>
            </a:avLst>
          </a:prstGeom>
          <a:solidFill>
            <a:schemeClr val="accent6"/>
          </a:solidFill>
          <a:ln/>
        </p:spPr>
      </p:sp>
      <p:sp>
        <p:nvSpPr>
          <p:cNvPr id="43" name="title face 3-7"/>
          <p:cNvSpPr/>
          <p:nvPr/>
        </p:nvSpPr>
        <p:spPr>
          <a:xfrm>
            <a:off x="10177272" y="2395728"/>
            <a:ext cx="457200" cy="457200"/>
          </a:xfrm>
          <a:prstGeom prst="roundRect">
            <a:avLst>
              <a:gd name="adj" fmla="val 20000"/>
            </a:avLst>
          </a:prstGeom>
          <a:solidFill>
            <a:schemeClr val="accent2"/>
          </a:solidFill>
          <a:ln/>
        </p:spPr>
      </p:sp>
      <p:sp>
        <p:nvSpPr>
          <p:cNvPr id="44" name="title face 3-8"/>
          <p:cNvSpPr/>
          <p:nvPr/>
        </p:nvSpPr>
        <p:spPr>
          <a:xfrm>
            <a:off x="10716768" y="2395728"/>
            <a:ext cx="457200" cy="457200"/>
          </a:xfrm>
          <a:prstGeom prst="roundRect">
            <a:avLst>
              <a:gd name="adj" fmla="val 20000"/>
            </a:avLst>
          </a:prstGeom>
          <a:solidFill>
            <a:schemeClr val="accent3"/>
          </a:solidFill>
          <a:ln/>
        </p:spPr>
      </p:sp>
      <p:sp>
        <p:nvSpPr>
          <p:cNvPr id="45" name="title face 3-9"/>
          <p:cNvSpPr/>
          <p:nvPr/>
        </p:nvSpPr>
        <p:spPr>
          <a:xfrm>
            <a:off x="11256264" y="2395728"/>
            <a:ext cx="457200" cy="457200"/>
          </a:xfrm>
          <a:prstGeom prst="roundRect">
            <a:avLst>
              <a:gd name="adj" fmla="val 20000"/>
            </a:avLst>
          </a:prstGeom>
          <a:solidFill>
            <a:schemeClr val="accent5"/>
          </a:solidFill>
          <a:ln/>
        </p:spPr>
      </p:sp>
      <p:sp>
        <p:nvSpPr>
          <p:cNvPr id="46" name="title face 4-0"/>
          <p:cNvSpPr/>
          <p:nvPr/>
        </p:nvSpPr>
        <p:spPr>
          <a:xfrm>
            <a:off x="6400800" y="2935224"/>
            <a:ext cx="457200" cy="457200"/>
          </a:xfrm>
          <a:prstGeom prst="roundRect">
            <a:avLst>
              <a:gd name="adj" fmla="val 20000"/>
            </a:avLst>
          </a:prstGeom>
          <a:solidFill>
            <a:schemeClr val="accent5"/>
          </a:solidFill>
          <a:ln/>
        </p:spPr>
      </p:sp>
      <p:sp>
        <p:nvSpPr>
          <p:cNvPr id="47" name="title face 4-1"/>
          <p:cNvSpPr/>
          <p:nvPr/>
        </p:nvSpPr>
        <p:spPr>
          <a:xfrm>
            <a:off x="6940296" y="2935224"/>
            <a:ext cx="457200" cy="457200"/>
          </a:xfrm>
          <a:prstGeom prst="roundRect">
            <a:avLst>
              <a:gd name="adj" fmla="val 20000"/>
            </a:avLst>
          </a:prstGeom>
          <a:solidFill>
            <a:schemeClr val="accent3"/>
          </a:solidFill>
          <a:ln/>
        </p:spPr>
      </p:sp>
      <p:sp>
        <p:nvSpPr>
          <p:cNvPr id="48" name="title face 4-2"/>
          <p:cNvSpPr/>
          <p:nvPr/>
        </p:nvSpPr>
        <p:spPr>
          <a:xfrm>
            <a:off x="7479792" y="2935224"/>
            <a:ext cx="457200" cy="457200"/>
          </a:xfrm>
          <a:prstGeom prst="roundRect">
            <a:avLst>
              <a:gd name="adj" fmla="val 20000"/>
            </a:avLst>
          </a:prstGeom>
          <a:solidFill>
            <a:schemeClr val="accent4"/>
          </a:solidFill>
          <a:ln/>
        </p:spPr>
      </p:sp>
      <p:sp>
        <p:nvSpPr>
          <p:cNvPr id="49" name="title face 4-3"/>
          <p:cNvSpPr/>
          <p:nvPr/>
        </p:nvSpPr>
        <p:spPr>
          <a:xfrm>
            <a:off x="8019288" y="2935224"/>
            <a:ext cx="457200" cy="457200"/>
          </a:xfrm>
          <a:prstGeom prst="roundRect">
            <a:avLst>
              <a:gd name="adj" fmla="val 20000"/>
            </a:avLst>
          </a:prstGeom>
          <a:solidFill>
            <a:schemeClr val="accent6"/>
          </a:solidFill>
          <a:ln/>
        </p:spPr>
      </p:sp>
      <p:sp>
        <p:nvSpPr>
          <p:cNvPr id="50" name="title face 4-4"/>
          <p:cNvSpPr/>
          <p:nvPr/>
        </p:nvSpPr>
        <p:spPr>
          <a:xfrm>
            <a:off x="8558784" y="2935224"/>
            <a:ext cx="457200" cy="457200"/>
          </a:xfrm>
          <a:prstGeom prst="roundRect">
            <a:avLst>
              <a:gd name="adj" fmla="val 20000"/>
            </a:avLst>
          </a:prstGeom>
          <a:solidFill>
            <a:schemeClr val="accent6"/>
          </a:solidFill>
          <a:ln/>
        </p:spPr>
      </p:sp>
      <p:sp>
        <p:nvSpPr>
          <p:cNvPr id="51" name="title face 4-5"/>
          <p:cNvSpPr/>
          <p:nvPr/>
        </p:nvSpPr>
        <p:spPr>
          <a:xfrm>
            <a:off x="9098280" y="2935224"/>
            <a:ext cx="457200" cy="457200"/>
          </a:xfrm>
          <a:prstGeom prst="roundRect">
            <a:avLst>
              <a:gd name="adj" fmla="val 20000"/>
            </a:avLst>
          </a:prstGeom>
          <a:solidFill>
            <a:schemeClr val="accent2"/>
          </a:solidFill>
          <a:ln/>
        </p:spPr>
      </p:sp>
      <p:sp>
        <p:nvSpPr>
          <p:cNvPr id="52" name="title face 4-6"/>
          <p:cNvSpPr/>
          <p:nvPr/>
        </p:nvSpPr>
        <p:spPr>
          <a:xfrm>
            <a:off x="9637776" y="2935224"/>
            <a:ext cx="457200" cy="457200"/>
          </a:xfrm>
          <a:prstGeom prst="roundRect">
            <a:avLst>
              <a:gd name="adj" fmla="val 20000"/>
            </a:avLst>
          </a:prstGeom>
          <a:solidFill>
            <a:schemeClr val="accent6"/>
          </a:solidFill>
          <a:ln/>
        </p:spPr>
      </p:sp>
      <p:sp>
        <p:nvSpPr>
          <p:cNvPr id="53" name="title face 4-7"/>
          <p:cNvSpPr/>
          <p:nvPr/>
        </p:nvSpPr>
        <p:spPr>
          <a:xfrm>
            <a:off x="10177272" y="2935224"/>
            <a:ext cx="457200" cy="457200"/>
          </a:xfrm>
          <a:prstGeom prst="roundRect">
            <a:avLst>
              <a:gd name="adj" fmla="val 20000"/>
            </a:avLst>
          </a:prstGeom>
          <a:solidFill>
            <a:schemeClr val="accent4"/>
          </a:solidFill>
          <a:ln/>
        </p:spPr>
      </p:sp>
      <p:sp>
        <p:nvSpPr>
          <p:cNvPr id="54" name="title face 4-8"/>
          <p:cNvSpPr/>
          <p:nvPr/>
        </p:nvSpPr>
        <p:spPr>
          <a:xfrm>
            <a:off x="10716768" y="2935224"/>
            <a:ext cx="457200" cy="457200"/>
          </a:xfrm>
          <a:prstGeom prst="roundRect">
            <a:avLst>
              <a:gd name="adj" fmla="val 20000"/>
            </a:avLst>
          </a:prstGeom>
          <a:solidFill>
            <a:schemeClr val="accent3"/>
          </a:solidFill>
          <a:ln/>
        </p:spPr>
      </p:sp>
      <p:sp>
        <p:nvSpPr>
          <p:cNvPr id="55" name="title face 4-9"/>
          <p:cNvSpPr/>
          <p:nvPr/>
        </p:nvSpPr>
        <p:spPr>
          <a:xfrm>
            <a:off x="11256264" y="2935224"/>
            <a:ext cx="457200" cy="457200"/>
          </a:xfrm>
          <a:prstGeom prst="roundRect">
            <a:avLst>
              <a:gd name="adj" fmla="val 20000"/>
            </a:avLst>
          </a:prstGeom>
          <a:solidFill>
            <a:schemeClr val="accent1"/>
          </a:solidFill>
          <a:ln/>
        </p:spPr>
      </p:sp>
      <p:sp>
        <p:nvSpPr>
          <p:cNvPr id="56" name="title face 5-0"/>
          <p:cNvSpPr/>
          <p:nvPr/>
        </p:nvSpPr>
        <p:spPr>
          <a:xfrm>
            <a:off x="6400800" y="3474720"/>
            <a:ext cx="457200" cy="457200"/>
          </a:xfrm>
          <a:prstGeom prst="roundRect">
            <a:avLst>
              <a:gd name="adj" fmla="val 20000"/>
            </a:avLst>
          </a:prstGeom>
          <a:solidFill>
            <a:schemeClr val="accent5"/>
          </a:solidFill>
          <a:ln/>
        </p:spPr>
      </p:sp>
      <p:sp>
        <p:nvSpPr>
          <p:cNvPr id="57" name="title face 5-1"/>
          <p:cNvSpPr/>
          <p:nvPr/>
        </p:nvSpPr>
        <p:spPr>
          <a:xfrm>
            <a:off x="6940296" y="3474720"/>
            <a:ext cx="457200" cy="457200"/>
          </a:xfrm>
          <a:prstGeom prst="roundRect">
            <a:avLst>
              <a:gd name="adj" fmla="val 20000"/>
            </a:avLst>
          </a:prstGeom>
          <a:solidFill>
            <a:schemeClr val="accent3"/>
          </a:solidFill>
          <a:ln/>
        </p:spPr>
      </p:sp>
      <p:sp>
        <p:nvSpPr>
          <p:cNvPr id="58" name="title face 5-2"/>
          <p:cNvSpPr/>
          <p:nvPr/>
        </p:nvSpPr>
        <p:spPr>
          <a:xfrm>
            <a:off x="7479792" y="3474720"/>
            <a:ext cx="457200" cy="457200"/>
          </a:xfrm>
          <a:prstGeom prst="roundRect">
            <a:avLst>
              <a:gd name="adj" fmla="val 20000"/>
            </a:avLst>
          </a:prstGeom>
          <a:solidFill>
            <a:schemeClr val="accent4"/>
          </a:solidFill>
          <a:ln/>
        </p:spPr>
      </p:sp>
      <p:sp>
        <p:nvSpPr>
          <p:cNvPr id="59" name="title face 5-3"/>
          <p:cNvSpPr/>
          <p:nvPr/>
        </p:nvSpPr>
        <p:spPr>
          <a:xfrm>
            <a:off x="8019288" y="3474720"/>
            <a:ext cx="457200" cy="457200"/>
          </a:xfrm>
          <a:prstGeom prst="roundRect">
            <a:avLst>
              <a:gd name="adj" fmla="val 20000"/>
            </a:avLst>
          </a:prstGeom>
          <a:solidFill>
            <a:schemeClr val="accent2"/>
          </a:solidFill>
          <a:ln/>
        </p:spPr>
      </p:sp>
      <p:sp>
        <p:nvSpPr>
          <p:cNvPr id="60" name="title face 5-4"/>
          <p:cNvSpPr/>
          <p:nvPr/>
        </p:nvSpPr>
        <p:spPr>
          <a:xfrm>
            <a:off x="8558784" y="3474720"/>
            <a:ext cx="457200" cy="457200"/>
          </a:xfrm>
          <a:prstGeom prst="roundRect">
            <a:avLst>
              <a:gd name="adj" fmla="val 20000"/>
            </a:avLst>
          </a:prstGeom>
          <a:solidFill>
            <a:schemeClr val="accent6"/>
          </a:solidFill>
          <a:ln/>
        </p:spPr>
      </p:sp>
      <p:sp>
        <p:nvSpPr>
          <p:cNvPr id="61" name="title face 5-5"/>
          <p:cNvSpPr/>
          <p:nvPr/>
        </p:nvSpPr>
        <p:spPr>
          <a:xfrm>
            <a:off x="9098280" y="3474720"/>
            <a:ext cx="457200" cy="457200"/>
          </a:xfrm>
          <a:prstGeom prst="roundRect">
            <a:avLst>
              <a:gd name="adj" fmla="val 20000"/>
            </a:avLst>
          </a:prstGeom>
          <a:solidFill>
            <a:schemeClr val="accent6"/>
          </a:solidFill>
          <a:ln/>
        </p:spPr>
      </p:sp>
      <p:sp>
        <p:nvSpPr>
          <p:cNvPr id="62" name="title face 5-6"/>
          <p:cNvSpPr/>
          <p:nvPr/>
        </p:nvSpPr>
        <p:spPr>
          <a:xfrm>
            <a:off x="9637776" y="3474720"/>
            <a:ext cx="457200" cy="457200"/>
          </a:xfrm>
          <a:prstGeom prst="roundRect">
            <a:avLst>
              <a:gd name="adj" fmla="val 20000"/>
            </a:avLst>
          </a:prstGeom>
          <a:solidFill>
            <a:schemeClr val="accent6"/>
          </a:solidFill>
          <a:ln/>
        </p:spPr>
      </p:sp>
      <p:sp>
        <p:nvSpPr>
          <p:cNvPr id="63" name="title face 5-7"/>
          <p:cNvSpPr/>
          <p:nvPr/>
        </p:nvSpPr>
        <p:spPr>
          <a:xfrm>
            <a:off x="10177272" y="3474720"/>
            <a:ext cx="457200" cy="457200"/>
          </a:xfrm>
          <a:prstGeom prst="roundRect">
            <a:avLst>
              <a:gd name="adj" fmla="val 20000"/>
            </a:avLst>
          </a:prstGeom>
          <a:solidFill>
            <a:schemeClr val="accent4"/>
          </a:solidFill>
          <a:ln/>
        </p:spPr>
      </p:sp>
      <p:sp>
        <p:nvSpPr>
          <p:cNvPr id="64" name="title face 5-8"/>
          <p:cNvSpPr/>
          <p:nvPr/>
        </p:nvSpPr>
        <p:spPr>
          <a:xfrm>
            <a:off x="10716768" y="3474720"/>
            <a:ext cx="457200" cy="457200"/>
          </a:xfrm>
          <a:prstGeom prst="roundRect">
            <a:avLst>
              <a:gd name="adj" fmla="val 20000"/>
            </a:avLst>
          </a:prstGeom>
          <a:solidFill>
            <a:schemeClr val="accent3"/>
          </a:solidFill>
          <a:ln/>
        </p:spPr>
      </p:sp>
      <p:sp>
        <p:nvSpPr>
          <p:cNvPr id="65" name="title face 5-9"/>
          <p:cNvSpPr/>
          <p:nvPr/>
        </p:nvSpPr>
        <p:spPr>
          <a:xfrm>
            <a:off x="11256264" y="3474720"/>
            <a:ext cx="457200" cy="457200"/>
          </a:xfrm>
          <a:prstGeom prst="roundRect">
            <a:avLst>
              <a:gd name="adj" fmla="val 20000"/>
            </a:avLst>
          </a:prstGeom>
          <a:solidFill>
            <a:schemeClr val="accent5"/>
          </a:solidFill>
          <a:ln/>
        </p:spPr>
      </p:sp>
      <p:sp>
        <p:nvSpPr>
          <p:cNvPr id="66" name="title face 6-0"/>
          <p:cNvSpPr/>
          <p:nvPr/>
        </p:nvSpPr>
        <p:spPr>
          <a:xfrm>
            <a:off x="6400800" y="4014216"/>
            <a:ext cx="457200" cy="457200"/>
          </a:xfrm>
          <a:prstGeom prst="roundRect">
            <a:avLst>
              <a:gd name="adj" fmla="val 20000"/>
            </a:avLst>
          </a:prstGeom>
          <a:solidFill>
            <a:schemeClr val="accent5"/>
          </a:solidFill>
          <a:ln/>
        </p:spPr>
      </p:sp>
      <p:sp>
        <p:nvSpPr>
          <p:cNvPr id="67" name="title face 6-1"/>
          <p:cNvSpPr/>
          <p:nvPr/>
        </p:nvSpPr>
        <p:spPr>
          <a:xfrm>
            <a:off x="6940296" y="4014216"/>
            <a:ext cx="457200" cy="457200"/>
          </a:xfrm>
          <a:prstGeom prst="roundRect">
            <a:avLst>
              <a:gd name="adj" fmla="val 20000"/>
            </a:avLst>
          </a:prstGeom>
          <a:solidFill>
            <a:schemeClr val="accent2"/>
          </a:solidFill>
          <a:ln/>
        </p:spPr>
      </p:sp>
      <p:sp>
        <p:nvSpPr>
          <p:cNvPr id="68" name="title face 6-2"/>
          <p:cNvSpPr/>
          <p:nvPr/>
        </p:nvSpPr>
        <p:spPr>
          <a:xfrm>
            <a:off x="7479792" y="4014216"/>
            <a:ext cx="457200" cy="457200"/>
          </a:xfrm>
          <a:prstGeom prst="roundRect">
            <a:avLst>
              <a:gd name="adj" fmla="val 20000"/>
            </a:avLst>
          </a:prstGeom>
          <a:solidFill>
            <a:schemeClr val="accent4"/>
          </a:solidFill>
          <a:ln/>
        </p:spPr>
      </p:sp>
      <p:sp>
        <p:nvSpPr>
          <p:cNvPr id="69" name="title face 6-3"/>
          <p:cNvSpPr/>
          <p:nvPr/>
        </p:nvSpPr>
        <p:spPr>
          <a:xfrm>
            <a:off x="8019288" y="4014216"/>
            <a:ext cx="457200" cy="457200"/>
          </a:xfrm>
          <a:prstGeom prst="roundRect">
            <a:avLst>
              <a:gd name="adj" fmla="val 20000"/>
            </a:avLst>
          </a:prstGeom>
          <a:solidFill>
            <a:schemeClr val="accent6"/>
          </a:solidFill>
          <a:ln/>
        </p:spPr>
      </p:sp>
      <p:sp>
        <p:nvSpPr>
          <p:cNvPr id="70" name="title face 6-4"/>
          <p:cNvSpPr/>
          <p:nvPr/>
        </p:nvSpPr>
        <p:spPr>
          <a:xfrm>
            <a:off x="8558784" y="4014216"/>
            <a:ext cx="457200" cy="457200"/>
          </a:xfrm>
          <a:prstGeom prst="roundRect">
            <a:avLst>
              <a:gd name="adj" fmla="val 20000"/>
            </a:avLst>
          </a:prstGeom>
          <a:solidFill>
            <a:schemeClr val="accent6"/>
          </a:solidFill>
          <a:ln/>
        </p:spPr>
      </p:sp>
      <p:sp>
        <p:nvSpPr>
          <p:cNvPr id="71" name="title face 6-5"/>
          <p:cNvSpPr/>
          <p:nvPr/>
        </p:nvSpPr>
        <p:spPr>
          <a:xfrm>
            <a:off x="9098280" y="4014216"/>
            <a:ext cx="457200" cy="457200"/>
          </a:xfrm>
          <a:prstGeom prst="roundRect">
            <a:avLst>
              <a:gd name="adj" fmla="val 20000"/>
            </a:avLst>
          </a:prstGeom>
          <a:solidFill>
            <a:schemeClr val="accent6"/>
          </a:solidFill>
          <a:ln/>
        </p:spPr>
      </p:sp>
      <p:sp>
        <p:nvSpPr>
          <p:cNvPr id="72" name="title face 6-6"/>
          <p:cNvSpPr/>
          <p:nvPr/>
        </p:nvSpPr>
        <p:spPr>
          <a:xfrm>
            <a:off x="9637776" y="4014216"/>
            <a:ext cx="457200" cy="457200"/>
          </a:xfrm>
          <a:prstGeom prst="roundRect">
            <a:avLst>
              <a:gd name="adj" fmla="val 20000"/>
            </a:avLst>
          </a:prstGeom>
          <a:solidFill>
            <a:schemeClr val="accent6"/>
          </a:solidFill>
          <a:ln/>
        </p:spPr>
      </p:sp>
      <p:sp>
        <p:nvSpPr>
          <p:cNvPr id="73" name="title face 6-7"/>
          <p:cNvSpPr/>
          <p:nvPr/>
        </p:nvSpPr>
        <p:spPr>
          <a:xfrm>
            <a:off x="10177272" y="4014216"/>
            <a:ext cx="457200" cy="457200"/>
          </a:xfrm>
          <a:prstGeom prst="roundRect">
            <a:avLst>
              <a:gd name="adj" fmla="val 20000"/>
            </a:avLst>
          </a:prstGeom>
          <a:solidFill>
            <a:schemeClr val="accent4"/>
          </a:solidFill>
          <a:ln/>
        </p:spPr>
      </p:sp>
      <p:sp>
        <p:nvSpPr>
          <p:cNvPr id="74" name="title face 6-8"/>
          <p:cNvSpPr/>
          <p:nvPr/>
        </p:nvSpPr>
        <p:spPr>
          <a:xfrm>
            <a:off x="10716768" y="4014216"/>
            <a:ext cx="457200" cy="457200"/>
          </a:xfrm>
          <a:prstGeom prst="roundRect">
            <a:avLst>
              <a:gd name="adj" fmla="val 20000"/>
            </a:avLst>
          </a:prstGeom>
          <a:solidFill>
            <a:schemeClr val="accent1"/>
          </a:solidFill>
          <a:ln/>
        </p:spPr>
      </p:sp>
      <p:sp>
        <p:nvSpPr>
          <p:cNvPr id="75" name="title face 6-9"/>
          <p:cNvSpPr/>
          <p:nvPr/>
        </p:nvSpPr>
        <p:spPr>
          <a:xfrm>
            <a:off x="11256264" y="4014216"/>
            <a:ext cx="457200" cy="457200"/>
          </a:xfrm>
          <a:prstGeom prst="roundRect">
            <a:avLst>
              <a:gd name="adj" fmla="val 20000"/>
            </a:avLst>
          </a:prstGeom>
          <a:solidFill>
            <a:schemeClr val="accent5"/>
          </a:solidFill>
          <a:ln/>
        </p:spPr>
      </p:sp>
      <p:sp>
        <p:nvSpPr>
          <p:cNvPr id="76" name="title face 7-0"/>
          <p:cNvSpPr/>
          <p:nvPr/>
        </p:nvSpPr>
        <p:spPr>
          <a:xfrm>
            <a:off x="6400800" y="4553712"/>
            <a:ext cx="457200" cy="457200"/>
          </a:xfrm>
          <a:prstGeom prst="roundRect">
            <a:avLst>
              <a:gd name="adj" fmla="val 20000"/>
            </a:avLst>
          </a:prstGeom>
          <a:solidFill>
            <a:schemeClr val="accent5"/>
          </a:solidFill>
          <a:ln/>
        </p:spPr>
      </p:sp>
      <p:sp>
        <p:nvSpPr>
          <p:cNvPr id="77" name="title face 7-1"/>
          <p:cNvSpPr/>
          <p:nvPr/>
        </p:nvSpPr>
        <p:spPr>
          <a:xfrm>
            <a:off x="6940296" y="4553712"/>
            <a:ext cx="457200" cy="457200"/>
          </a:xfrm>
          <a:prstGeom prst="roundRect">
            <a:avLst>
              <a:gd name="adj" fmla="val 20000"/>
            </a:avLst>
          </a:prstGeom>
          <a:solidFill>
            <a:schemeClr val="accent3"/>
          </a:solidFill>
          <a:ln/>
        </p:spPr>
      </p:sp>
      <p:sp>
        <p:nvSpPr>
          <p:cNvPr id="78" name="title face 7-2"/>
          <p:cNvSpPr/>
          <p:nvPr/>
        </p:nvSpPr>
        <p:spPr>
          <a:xfrm>
            <a:off x="7479792" y="4553712"/>
            <a:ext cx="457200" cy="457200"/>
          </a:xfrm>
          <a:prstGeom prst="roundRect">
            <a:avLst>
              <a:gd name="adj" fmla="val 20000"/>
            </a:avLst>
          </a:prstGeom>
          <a:solidFill>
            <a:schemeClr val="accent1"/>
          </a:solidFill>
          <a:ln/>
        </p:spPr>
      </p:sp>
      <p:sp>
        <p:nvSpPr>
          <p:cNvPr id="79" name="title face 7-3"/>
          <p:cNvSpPr/>
          <p:nvPr/>
        </p:nvSpPr>
        <p:spPr>
          <a:xfrm>
            <a:off x="8019288" y="4553712"/>
            <a:ext cx="457200" cy="457200"/>
          </a:xfrm>
          <a:prstGeom prst="roundRect">
            <a:avLst>
              <a:gd name="adj" fmla="val 20000"/>
            </a:avLst>
          </a:prstGeom>
          <a:solidFill>
            <a:schemeClr val="accent4"/>
          </a:solidFill>
          <a:ln/>
        </p:spPr>
      </p:sp>
      <p:sp>
        <p:nvSpPr>
          <p:cNvPr id="80" name="title face 7-4"/>
          <p:cNvSpPr/>
          <p:nvPr/>
        </p:nvSpPr>
        <p:spPr>
          <a:xfrm>
            <a:off x="8558784" y="4553712"/>
            <a:ext cx="457200" cy="457200"/>
          </a:xfrm>
          <a:prstGeom prst="roundRect">
            <a:avLst>
              <a:gd name="adj" fmla="val 20000"/>
            </a:avLst>
          </a:prstGeom>
          <a:solidFill>
            <a:schemeClr val="accent4"/>
          </a:solidFill>
          <a:ln/>
        </p:spPr>
      </p:sp>
      <p:sp>
        <p:nvSpPr>
          <p:cNvPr id="81" name="title face 7-5"/>
          <p:cNvSpPr/>
          <p:nvPr/>
        </p:nvSpPr>
        <p:spPr>
          <a:xfrm>
            <a:off x="9098280" y="4553712"/>
            <a:ext cx="457200" cy="457200"/>
          </a:xfrm>
          <a:prstGeom prst="roundRect">
            <a:avLst>
              <a:gd name="adj" fmla="val 20000"/>
            </a:avLst>
          </a:prstGeom>
          <a:solidFill>
            <a:schemeClr val="accent4"/>
          </a:solidFill>
          <a:ln/>
        </p:spPr>
      </p:sp>
      <p:sp>
        <p:nvSpPr>
          <p:cNvPr id="82" name="title face 7-6"/>
          <p:cNvSpPr/>
          <p:nvPr/>
        </p:nvSpPr>
        <p:spPr>
          <a:xfrm>
            <a:off x="9637776" y="4553712"/>
            <a:ext cx="457200" cy="457200"/>
          </a:xfrm>
          <a:prstGeom prst="roundRect">
            <a:avLst>
              <a:gd name="adj" fmla="val 20000"/>
            </a:avLst>
          </a:prstGeom>
          <a:solidFill>
            <a:schemeClr val="accent4"/>
          </a:solidFill>
          <a:ln/>
        </p:spPr>
      </p:sp>
      <p:sp>
        <p:nvSpPr>
          <p:cNvPr id="83" name="title face 7-7"/>
          <p:cNvSpPr/>
          <p:nvPr/>
        </p:nvSpPr>
        <p:spPr>
          <a:xfrm>
            <a:off x="10177272" y="4553712"/>
            <a:ext cx="457200" cy="457200"/>
          </a:xfrm>
          <a:prstGeom prst="roundRect">
            <a:avLst>
              <a:gd name="adj" fmla="val 20000"/>
            </a:avLst>
          </a:prstGeom>
          <a:solidFill>
            <a:schemeClr val="accent3"/>
          </a:solidFill>
          <a:ln/>
        </p:spPr>
      </p:sp>
      <p:sp>
        <p:nvSpPr>
          <p:cNvPr id="84" name="title face 7-8"/>
          <p:cNvSpPr/>
          <p:nvPr/>
        </p:nvSpPr>
        <p:spPr>
          <a:xfrm>
            <a:off x="10716768" y="4553712"/>
            <a:ext cx="457200" cy="457200"/>
          </a:xfrm>
          <a:prstGeom prst="roundRect">
            <a:avLst>
              <a:gd name="adj" fmla="val 20000"/>
            </a:avLst>
          </a:prstGeom>
          <a:solidFill>
            <a:schemeClr val="accent3"/>
          </a:solidFill>
          <a:ln/>
        </p:spPr>
      </p:sp>
      <p:sp>
        <p:nvSpPr>
          <p:cNvPr id="85" name="title face 7-9"/>
          <p:cNvSpPr/>
          <p:nvPr/>
        </p:nvSpPr>
        <p:spPr>
          <a:xfrm>
            <a:off x="11256264" y="4553712"/>
            <a:ext cx="457200" cy="457200"/>
          </a:xfrm>
          <a:prstGeom prst="roundRect">
            <a:avLst>
              <a:gd name="adj" fmla="val 20000"/>
            </a:avLst>
          </a:prstGeom>
          <a:solidFill>
            <a:schemeClr val="accent5"/>
          </a:solidFill>
          <a:ln/>
        </p:spPr>
      </p:sp>
      <p:sp>
        <p:nvSpPr>
          <p:cNvPr id="86" name="title face 8-0"/>
          <p:cNvSpPr/>
          <p:nvPr/>
        </p:nvSpPr>
        <p:spPr>
          <a:xfrm>
            <a:off x="6400800" y="5093208"/>
            <a:ext cx="457200" cy="457200"/>
          </a:xfrm>
          <a:prstGeom prst="roundRect">
            <a:avLst>
              <a:gd name="adj" fmla="val 20000"/>
            </a:avLst>
          </a:prstGeom>
          <a:solidFill>
            <a:schemeClr val="accent5"/>
          </a:solidFill>
          <a:ln/>
        </p:spPr>
      </p:sp>
      <p:sp>
        <p:nvSpPr>
          <p:cNvPr id="87" name="title face 8-1"/>
          <p:cNvSpPr/>
          <p:nvPr/>
        </p:nvSpPr>
        <p:spPr>
          <a:xfrm>
            <a:off x="6940296" y="5093208"/>
            <a:ext cx="457200" cy="457200"/>
          </a:xfrm>
          <a:prstGeom prst="roundRect">
            <a:avLst>
              <a:gd name="adj" fmla="val 20000"/>
            </a:avLst>
          </a:prstGeom>
          <a:solidFill>
            <a:schemeClr val="accent5"/>
          </a:solidFill>
          <a:ln/>
        </p:spPr>
      </p:sp>
      <p:sp>
        <p:nvSpPr>
          <p:cNvPr id="88" name="title face 8-2"/>
          <p:cNvSpPr/>
          <p:nvPr/>
        </p:nvSpPr>
        <p:spPr>
          <a:xfrm>
            <a:off x="7479792" y="5093208"/>
            <a:ext cx="457200" cy="457200"/>
          </a:xfrm>
          <a:prstGeom prst="roundRect">
            <a:avLst>
              <a:gd name="adj" fmla="val 20000"/>
            </a:avLst>
          </a:prstGeom>
          <a:solidFill>
            <a:schemeClr val="accent3"/>
          </a:solidFill>
          <a:ln/>
        </p:spPr>
      </p:sp>
      <p:sp>
        <p:nvSpPr>
          <p:cNvPr id="89" name="title face 8-3"/>
          <p:cNvSpPr/>
          <p:nvPr/>
        </p:nvSpPr>
        <p:spPr>
          <a:xfrm>
            <a:off x="8019288" y="5093208"/>
            <a:ext cx="457200" cy="457200"/>
          </a:xfrm>
          <a:prstGeom prst="roundRect">
            <a:avLst>
              <a:gd name="adj" fmla="val 20000"/>
            </a:avLst>
          </a:prstGeom>
          <a:solidFill>
            <a:schemeClr val="accent3"/>
          </a:solidFill>
          <a:ln/>
        </p:spPr>
      </p:sp>
      <p:sp>
        <p:nvSpPr>
          <p:cNvPr id="90" name="title face 8-4"/>
          <p:cNvSpPr/>
          <p:nvPr/>
        </p:nvSpPr>
        <p:spPr>
          <a:xfrm>
            <a:off x="8558784" y="5093208"/>
            <a:ext cx="457200" cy="457200"/>
          </a:xfrm>
          <a:prstGeom prst="roundRect">
            <a:avLst>
              <a:gd name="adj" fmla="val 20000"/>
            </a:avLst>
          </a:prstGeom>
          <a:solidFill>
            <a:schemeClr val="accent3"/>
          </a:solidFill>
          <a:ln/>
        </p:spPr>
      </p:sp>
      <p:sp>
        <p:nvSpPr>
          <p:cNvPr id="91" name="title face 8-5"/>
          <p:cNvSpPr/>
          <p:nvPr/>
        </p:nvSpPr>
        <p:spPr>
          <a:xfrm>
            <a:off x="9098280" y="5093208"/>
            <a:ext cx="457200" cy="457200"/>
          </a:xfrm>
          <a:prstGeom prst="roundRect">
            <a:avLst>
              <a:gd name="adj" fmla="val 20000"/>
            </a:avLst>
          </a:prstGeom>
          <a:solidFill>
            <a:schemeClr val="accent3"/>
          </a:solidFill>
          <a:ln/>
        </p:spPr>
      </p:sp>
      <p:sp>
        <p:nvSpPr>
          <p:cNvPr id="92" name="title face 8-6"/>
          <p:cNvSpPr/>
          <p:nvPr/>
        </p:nvSpPr>
        <p:spPr>
          <a:xfrm>
            <a:off x="9637776" y="5093208"/>
            <a:ext cx="457200" cy="457200"/>
          </a:xfrm>
          <a:prstGeom prst="roundRect">
            <a:avLst>
              <a:gd name="adj" fmla="val 20000"/>
            </a:avLst>
          </a:prstGeom>
          <a:solidFill>
            <a:schemeClr val="accent3"/>
          </a:solidFill>
          <a:ln/>
        </p:spPr>
      </p:sp>
      <p:sp>
        <p:nvSpPr>
          <p:cNvPr id="93" name="title face 8-7"/>
          <p:cNvSpPr/>
          <p:nvPr/>
        </p:nvSpPr>
        <p:spPr>
          <a:xfrm>
            <a:off x="10177272" y="5093208"/>
            <a:ext cx="457200" cy="457200"/>
          </a:xfrm>
          <a:prstGeom prst="roundRect">
            <a:avLst>
              <a:gd name="adj" fmla="val 20000"/>
            </a:avLst>
          </a:prstGeom>
          <a:solidFill>
            <a:schemeClr val="accent1"/>
          </a:solidFill>
          <a:ln/>
        </p:spPr>
      </p:sp>
      <p:sp>
        <p:nvSpPr>
          <p:cNvPr id="94" name="title face 8-8"/>
          <p:cNvSpPr/>
          <p:nvPr/>
        </p:nvSpPr>
        <p:spPr>
          <a:xfrm>
            <a:off x="10716768" y="5093208"/>
            <a:ext cx="457200" cy="457200"/>
          </a:xfrm>
          <a:prstGeom prst="roundRect">
            <a:avLst>
              <a:gd name="adj" fmla="val 20000"/>
            </a:avLst>
          </a:prstGeom>
          <a:solidFill>
            <a:schemeClr val="accent5"/>
          </a:solidFill>
          <a:ln/>
        </p:spPr>
      </p:sp>
      <p:sp>
        <p:nvSpPr>
          <p:cNvPr id="95" name="title face 8-9"/>
          <p:cNvSpPr/>
          <p:nvPr/>
        </p:nvSpPr>
        <p:spPr>
          <a:xfrm>
            <a:off x="11256264" y="5093208"/>
            <a:ext cx="457200" cy="457200"/>
          </a:xfrm>
          <a:prstGeom prst="roundRect">
            <a:avLst>
              <a:gd name="adj" fmla="val 20000"/>
            </a:avLst>
          </a:prstGeom>
          <a:solidFill>
            <a:schemeClr val="accent5"/>
          </a:solidFill>
          <a:ln/>
        </p:spPr>
      </p:sp>
      <p:sp>
        <p:nvSpPr>
          <p:cNvPr id="96" name="title face 9-0"/>
          <p:cNvSpPr/>
          <p:nvPr/>
        </p:nvSpPr>
        <p:spPr>
          <a:xfrm>
            <a:off x="6400800" y="5632704"/>
            <a:ext cx="457200" cy="457200"/>
          </a:xfrm>
          <a:prstGeom prst="roundRect">
            <a:avLst>
              <a:gd name="adj" fmla="val 20000"/>
            </a:avLst>
          </a:prstGeom>
          <a:solidFill>
            <a:schemeClr val="accent5"/>
          </a:solidFill>
          <a:ln/>
        </p:spPr>
      </p:sp>
      <p:sp>
        <p:nvSpPr>
          <p:cNvPr id="97" name="title face 9-1"/>
          <p:cNvSpPr/>
          <p:nvPr/>
        </p:nvSpPr>
        <p:spPr>
          <a:xfrm>
            <a:off x="6940296" y="5632704"/>
            <a:ext cx="457200" cy="457200"/>
          </a:xfrm>
          <a:prstGeom prst="roundRect">
            <a:avLst>
              <a:gd name="adj" fmla="val 20000"/>
            </a:avLst>
          </a:prstGeom>
          <a:solidFill>
            <a:schemeClr val="accent1"/>
          </a:solidFill>
          <a:ln/>
        </p:spPr>
      </p:sp>
      <p:sp>
        <p:nvSpPr>
          <p:cNvPr id="98" name="title face 9-2"/>
          <p:cNvSpPr/>
          <p:nvPr/>
        </p:nvSpPr>
        <p:spPr>
          <a:xfrm>
            <a:off x="7479792" y="5632704"/>
            <a:ext cx="457200" cy="457200"/>
          </a:xfrm>
          <a:prstGeom prst="roundRect">
            <a:avLst>
              <a:gd name="adj" fmla="val 20000"/>
            </a:avLst>
          </a:prstGeom>
          <a:solidFill>
            <a:schemeClr val="accent5"/>
          </a:solidFill>
          <a:ln/>
        </p:spPr>
      </p:sp>
      <p:sp>
        <p:nvSpPr>
          <p:cNvPr id="99" name="title face 9-3"/>
          <p:cNvSpPr/>
          <p:nvPr/>
        </p:nvSpPr>
        <p:spPr>
          <a:xfrm>
            <a:off x="8019288" y="5632704"/>
            <a:ext cx="457200" cy="457200"/>
          </a:xfrm>
          <a:prstGeom prst="roundRect">
            <a:avLst>
              <a:gd name="adj" fmla="val 20000"/>
            </a:avLst>
          </a:prstGeom>
          <a:solidFill>
            <a:schemeClr val="accent5"/>
          </a:solidFill>
          <a:ln/>
        </p:spPr>
      </p:sp>
      <p:sp>
        <p:nvSpPr>
          <p:cNvPr id="100" name="title face 9-4"/>
          <p:cNvSpPr/>
          <p:nvPr/>
        </p:nvSpPr>
        <p:spPr>
          <a:xfrm>
            <a:off x="8558784" y="5632704"/>
            <a:ext cx="457200" cy="457200"/>
          </a:xfrm>
          <a:prstGeom prst="roundRect">
            <a:avLst>
              <a:gd name="adj" fmla="val 20000"/>
            </a:avLst>
          </a:prstGeom>
          <a:solidFill>
            <a:schemeClr val="accent5"/>
          </a:solidFill>
          <a:ln/>
        </p:spPr>
      </p:sp>
      <p:sp>
        <p:nvSpPr>
          <p:cNvPr id="101" name="title face 9-5"/>
          <p:cNvSpPr/>
          <p:nvPr/>
        </p:nvSpPr>
        <p:spPr>
          <a:xfrm>
            <a:off x="9098280" y="5632704"/>
            <a:ext cx="457200" cy="457200"/>
          </a:xfrm>
          <a:prstGeom prst="roundRect">
            <a:avLst>
              <a:gd name="adj" fmla="val 20000"/>
            </a:avLst>
          </a:prstGeom>
          <a:solidFill>
            <a:schemeClr val="accent5"/>
          </a:solidFill>
          <a:ln/>
        </p:spPr>
      </p:sp>
      <p:sp>
        <p:nvSpPr>
          <p:cNvPr id="102" name="title face 9-6"/>
          <p:cNvSpPr/>
          <p:nvPr/>
        </p:nvSpPr>
        <p:spPr>
          <a:xfrm>
            <a:off x="9637776" y="5632704"/>
            <a:ext cx="457200" cy="457200"/>
          </a:xfrm>
          <a:prstGeom prst="roundRect">
            <a:avLst>
              <a:gd name="adj" fmla="val 20000"/>
            </a:avLst>
          </a:prstGeom>
          <a:solidFill>
            <a:schemeClr val="accent5"/>
          </a:solidFill>
          <a:ln/>
        </p:spPr>
      </p:sp>
      <p:sp>
        <p:nvSpPr>
          <p:cNvPr id="103" name="title face 9-7"/>
          <p:cNvSpPr/>
          <p:nvPr/>
        </p:nvSpPr>
        <p:spPr>
          <a:xfrm>
            <a:off x="10177272" y="5632704"/>
            <a:ext cx="457200" cy="457200"/>
          </a:xfrm>
          <a:prstGeom prst="roundRect">
            <a:avLst>
              <a:gd name="adj" fmla="val 20000"/>
            </a:avLst>
          </a:prstGeom>
          <a:solidFill>
            <a:schemeClr val="accent5"/>
          </a:solidFill>
          <a:ln/>
        </p:spPr>
      </p:sp>
      <p:sp>
        <p:nvSpPr>
          <p:cNvPr id="104" name="title face 9-8"/>
          <p:cNvSpPr/>
          <p:nvPr/>
        </p:nvSpPr>
        <p:spPr>
          <a:xfrm>
            <a:off x="10716768" y="5632704"/>
            <a:ext cx="457200" cy="457200"/>
          </a:xfrm>
          <a:prstGeom prst="roundRect">
            <a:avLst>
              <a:gd name="adj" fmla="val 20000"/>
            </a:avLst>
          </a:prstGeom>
          <a:solidFill>
            <a:schemeClr val="accent2"/>
          </a:solidFill>
          <a:ln/>
        </p:spPr>
      </p:sp>
      <p:sp>
        <p:nvSpPr>
          <p:cNvPr id="105" name="title face 9-9"/>
          <p:cNvSpPr/>
          <p:nvPr/>
        </p:nvSpPr>
        <p:spPr>
          <a:xfrm>
            <a:off x="11256264" y="5632704"/>
            <a:ext cx="457200" cy="457200"/>
          </a:xfrm>
          <a:prstGeom prst="roundRect">
            <a:avLst>
              <a:gd name="adj" fmla="val 20000"/>
            </a:avLst>
          </a:prstGeom>
          <a:solidFill>
            <a:schemeClr val="accent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640080" y="457200"/>
            <a:ext cx="9326880" cy="100584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AI agents see your </a:t>
            </a:r>
            <a:pPr indent="0" marL="0">
              <a:buNone/>
            </a:pPr>
            <a:r>
              <a:rPr lang="en-US" sz="3800" b="1" dirty="0">
                <a:solidFill>
                  <a:schemeClr val="accent1"/>
                </a:solidFill>
                <a:latin typeface="Arial" pitchFamily="34" charset="0"/>
                <a:ea typeface="Arial" pitchFamily="34" charset="-122"/>
                <a:cs typeface="Arial" pitchFamily="34" charset="-120"/>
              </a:rPr>
              <a:t>whole screen</a:t>
            </a:r>
            <a:endParaRPr lang="en-US" sz="3800" dirty="0"/>
          </a:p>
        </p:txBody>
      </p:sp>
      <p:sp>
        <p:nvSpPr>
          <p:cNvPr id="4" name="corner pixel 0-0"/>
          <p:cNvSpPr/>
          <p:nvPr/>
        </p:nvSpPr>
        <p:spPr>
          <a:xfrm>
            <a:off x="10607040" y="502920"/>
            <a:ext cx="274320" cy="274320"/>
          </a:xfrm>
          <a:prstGeom prst="roundRect">
            <a:avLst>
              <a:gd name="adj" fmla="val 20000"/>
            </a:avLst>
          </a:prstGeom>
          <a:solidFill>
            <a:schemeClr val="accent1"/>
          </a:solidFill>
          <a:ln/>
        </p:spPr>
      </p:sp>
      <p:sp>
        <p:nvSpPr>
          <p:cNvPr id="5" name="corner pixel 0-1"/>
          <p:cNvSpPr/>
          <p:nvPr/>
        </p:nvSpPr>
        <p:spPr>
          <a:xfrm>
            <a:off x="10607040" y="832104"/>
            <a:ext cx="274320" cy="274320"/>
          </a:xfrm>
          <a:prstGeom prst="roundRect">
            <a:avLst>
              <a:gd name="adj" fmla="val 20000"/>
            </a:avLst>
          </a:prstGeom>
          <a:solidFill>
            <a:schemeClr val="accent5"/>
          </a:solidFill>
          <a:ln/>
        </p:spPr>
      </p:sp>
      <p:sp>
        <p:nvSpPr>
          <p:cNvPr id="6" name="corner pixel 1-0"/>
          <p:cNvSpPr/>
          <p:nvPr/>
        </p:nvSpPr>
        <p:spPr>
          <a:xfrm>
            <a:off x="10936224" y="502920"/>
            <a:ext cx="274320" cy="274320"/>
          </a:xfrm>
          <a:prstGeom prst="roundRect">
            <a:avLst>
              <a:gd name="adj" fmla="val 20000"/>
            </a:avLst>
          </a:prstGeom>
          <a:solidFill>
            <a:schemeClr val="accent5"/>
          </a:solidFill>
          <a:ln/>
        </p:spPr>
      </p:sp>
      <p:sp>
        <p:nvSpPr>
          <p:cNvPr id="7" name="corner pixel 1-1"/>
          <p:cNvSpPr/>
          <p:nvPr/>
        </p:nvSpPr>
        <p:spPr>
          <a:xfrm>
            <a:off x="10936224" y="832104"/>
            <a:ext cx="274320" cy="274320"/>
          </a:xfrm>
          <a:prstGeom prst="roundRect">
            <a:avLst>
              <a:gd name="adj" fmla="val 20000"/>
            </a:avLst>
          </a:prstGeom>
          <a:solidFill>
            <a:schemeClr val="accent4"/>
          </a:solidFill>
          <a:ln/>
        </p:spPr>
      </p:sp>
      <p:sp>
        <p:nvSpPr>
          <p:cNvPr id="8" name="corner pixel 2-0"/>
          <p:cNvSpPr/>
          <p:nvPr/>
        </p:nvSpPr>
        <p:spPr>
          <a:xfrm>
            <a:off x="11265408" y="502920"/>
            <a:ext cx="274320" cy="274320"/>
          </a:xfrm>
          <a:prstGeom prst="roundRect">
            <a:avLst>
              <a:gd name="adj" fmla="val 20000"/>
            </a:avLst>
          </a:prstGeom>
          <a:solidFill>
            <a:schemeClr val="accent4"/>
          </a:solidFill>
          <a:ln/>
        </p:spPr>
      </p:sp>
      <p:sp>
        <p:nvSpPr>
          <p:cNvPr id="9" name="corner pixel 2-1"/>
          <p:cNvSpPr/>
          <p:nvPr/>
        </p:nvSpPr>
        <p:spPr>
          <a:xfrm>
            <a:off x="11265408" y="832104"/>
            <a:ext cx="274320" cy="274320"/>
          </a:xfrm>
          <a:prstGeom prst="roundRect">
            <a:avLst>
              <a:gd name="adj" fmla="val 20000"/>
            </a:avLst>
          </a:prstGeom>
          <a:solidFill>
            <a:schemeClr val="accent2"/>
          </a:solidFill>
          <a:ln/>
        </p:spPr>
      </p:sp>
      <p:sp>
        <p:nvSpPr>
          <p:cNvPr id="10" name="problem number 1"/>
          <p:cNvSpPr/>
          <p:nvPr/>
        </p:nvSpPr>
        <p:spPr>
          <a:xfrm>
            <a:off x="640080" y="1783080"/>
            <a:ext cx="566928" cy="566928"/>
          </a:xfrm>
          <a:prstGeom prst="roundRect">
            <a:avLst>
              <a:gd name="adj" fmla="val 22000"/>
            </a:avLst>
          </a:prstGeom>
          <a:solidFill>
            <a:schemeClr val="accent1"/>
          </a:solidFill>
          <a:ln/>
        </p:spPr>
      </p:sp>
      <p:sp>
        <p:nvSpPr>
          <p:cNvPr id="11" name="problem number 1 label"/>
          <p:cNvSpPr txBox="1"/>
          <p:nvPr/>
        </p:nvSpPr>
        <p:spPr>
          <a:xfrm>
            <a:off x="640080" y="1783080"/>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1</a:t>
            </a:r>
            <a:endParaRPr lang="en-US" sz="2200" dirty="0"/>
          </a:p>
        </p:txBody>
      </p:sp>
      <p:sp>
        <p:nvSpPr>
          <p:cNvPr id="12" name="problem head 1"/>
          <p:cNvSpPr txBox="1"/>
          <p:nvPr/>
        </p:nvSpPr>
        <p:spPr>
          <a:xfrm>
            <a:off x="1417320" y="1764792"/>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Pages and screenshots go to cloud models</a:t>
            </a:r>
            <a:endParaRPr lang="en-US" sz="1800" dirty="0"/>
          </a:p>
        </p:txBody>
      </p:sp>
      <p:sp>
        <p:nvSpPr>
          <p:cNvPr id="13" name="problem body 1"/>
          <p:cNvSpPr txBox="1"/>
          <p:nvPr/>
        </p:nvSpPr>
        <p:spPr>
          <a:xfrm>
            <a:off x="1417320" y="2167128"/>
            <a:ext cx="5120640" cy="6400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So the model can read the page and click for you.</a:t>
            </a:r>
            <a:endParaRPr lang="en-US" sz="1400" dirty="0"/>
          </a:p>
        </p:txBody>
      </p:sp>
      <p:sp>
        <p:nvSpPr>
          <p:cNvPr id="14" name="problem number 2"/>
          <p:cNvSpPr/>
          <p:nvPr/>
        </p:nvSpPr>
        <p:spPr>
          <a:xfrm>
            <a:off x="640080" y="2953512"/>
            <a:ext cx="566928" cy="566928"/>
          </a:xfrm>
          <a:prstGeom prst="roundRect">
            <a:avLst>
              <a:gd name="adj" fmla="val 22000"/>
            </a:avLst>
          </a:prstGeom>
          <a:solidFill>
            <a:schemeClr val="accent1"/>
          </a:solidFill>
          <a:ln/>
        </p:spPr>
      </p:sp>
      <p:sp>
        <p:nvSpPr>
          <p:cNvPr id="15" name="problem number 2 label"/>
          <p:cNvSpPr txBox="1"/>
          <p:nvPr/>
        </p:nvSpPr>
        <p:spPr>
          <a:xfrm>
            <a:off x="640080" y="2953512"/>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2</a:t>
            </a:r>
            <a:endParaRPr lang="en-US" sz="2200" dirty="0"/>
          </a:p>
        </p:txBody>
      </p:sp>
      <p:sp>
        <p:nvSpPr>
          <p:cNvPr id="16" name="problem head 2"/>
          <p:cNvSpPr txBox="1"/>
          <p:nvPr/>
        </p:nvSpPr>
        <p:spPr>
          <a:xfrm>
            <a:off x="1417320" y="2935224"/>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They carry your private details</a:t>
            </a:r>
            <a:endParaRPr lang="en-US" sz="1800" dirty="0"/>
          </a:p>
        </p:txBody>
      </p:sp>
      <p:sp>
        <p:nvSpPr>
          <p:cNvPr id="17" name="problem body 2"/>
          <p:cNvSpPr txBox="1"/>
          <p:nvPr/>
        </p:nvSpPr>
        <p:spPr>
          <a:xfrm>
            <a:off x="1417320" y="3337560"/>
            <a:ext cx="5120640" cy="6400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Aadhaar, PAN, card numbers, passwords, OTPs, API keys, faces.</a:t>
            </a:r>
            <a:endParaRPr lang="en-US" sz="1400" dirty="0"/>
          </a:p>
        </p:txBody>
      </p:sp>
      <p:sp>
        <p:nvSpPr>
          <p:cNvPr id="18" name="problem number 3"/>
          <p:cNvSpPr/>
          <p:nvPr/>
        </p:nvSpPr>
        <p:spPr>
          <a:xfrm>
            <a:off x="640080" y="4123944"/>
            <a:ext cx="566928" cy="566928"/>
          </a:xfrm>
          <a:prstGeom prst="roundRect">
            <a:avLst>
              <a:gd name="adj" fmla="val 22000"/>
            </a:avLst>
          </a:prstGeom>
          <a:solidFill>
            <a:schemeClr val="accent1"/>
          </a:solidFill>
          <a:ln/>
        </p:spPr>
      </p:sp>
      <p:sp>
        <p:nvSpPr>
          <p:cNvPr id="19" name="problem number 3 label"/>
          <p:cNvSpPr txBox="1"/>
          <p:nvPr/>
        </p:nvSpPr>
        <p:spPr>
          <a:xfrm>
            <a:off x="640080" y="4123944"/>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3</a:t>
            </a:r>
            <a:endParaRPr lang="en-US" sz="2200" dirty="0"/>
          </a:p>
        </p:txBody>
      </p:sp>
      <p:sp>
        <p:nvSpPr>
          <p:cNvPr id="20" name="problem head 3"/>
          <p:cNvSpPr txBox="1"/>
          <p:nvPr/>
        </p:nvSpPr>
        <p:spPr>
          <a:xfrm>
            <a:off x="1417320" y="4105656"/>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One hidden instruction can steer the agent</a:t>
            </a:r>
            <a:endParaRPr lang="en-US" sz="1800" dirty="0"/>
          </a:p>
        </p:txBody>
      </p:sp>
      <p:sp>
        <p:nvSpPr>
          <p:cNvPr id="21" name="problem body 3"/>
          <p:cNvSpPr txBox="1"/>
          <p:nvPr/>
        </p:nvSpPr>
        <p:spPr>
          <a:xfrm>
            <a:off x="1417320" y="4507992"/>
            <a:ext cx="5120640" cy="6400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 page can try to make it paste your card somewhere else.</a:t>
            </a:r>
            <a:endParaRPr lang="en-US" sz="1400" dirty="0"/>
          </a:p>
        </p:txBody>
      </p:sp>
      <p:sp>
        <p:nvSpPr>
          <p:cNvPr id="22" name="problem face 0-0"/>
          <p:cNvSpPr/>
          <p:nvPr/>
        </p:nvSpPr>
        <p:spPr>
          <a:xfrm>
            <a:off x="7726680" y="1691640"/>
            <a:ext cx="310896" cy="310896"/>
          </a:xfrm>
          <a:prstGeom prst="roundRect">
            <a:avLst>
              <a:gd name="adj" fmla="val 20000"/>
            </a:avLst>
          </a:prstGeom>
          <a:solidFill>
            <a:schemeClr val="accent2"/>
          </a:solidFill>
          <a:ln/>
        </p:spPr>
      </p:sp>
      <p:sp>
        <p:nvSpPr>
          <p:cNvPr id="23" name="problem face 0-1"/>
          <p:cNvSpPr/>
          <p:nvPr/>
        </p:nvSpPr>
        <p:spPr>
          <a:xfrm>
            <a:off x="8092440" y="1691640"/>
            <a:ext cx="310896" cy="310896"/>
          </a:xfrm>
          <a:prstGeom prst="roundRect">
            <a:avLst>
              <a:gd name="adj" fmla="val 20000"/>
            </a:avLst>
          </a:prstGeom>
          <a:solidFill>
            <a:schemeClr val="accent5"/>
          </a:solidFill>
          <a:ln/>
        </p:spPr>
      </p:sp>
      <p:sp>
        <p:nvSpPr>
          <p:cNvPr id="24" name="problem face 0-2"/>
          <p:cNvSpPr/>
          <p:nvPr/>
        </p:nvSpPr>
        <p:spPr>
          <a:xfrm>
            <a:off x="8458200" y="1691640"/>
            <a:ext cx="310896" cy="310896"/>
          </a:xfrm>
          <a:prstGeom prst="roundRect">
            <a:avLst>
              <a:gd name="adj" fmla="val 20000"/>
            </a:avLst>
          </a:prstGeom>
          <a:solidFill>
            <a:schemeClr val="accent5"/>
          </a:solidFill>
          <a:ln/>
        </p:spPr>
      </p:sp>
      <p:sp>
        <p:nvSpPr>
          <p:cNvPr id="25" name="problem face 0-3"/>
          <p:cNvSpPr/>
          <p:nvPr/>
        </p:nvSpPr>
        <p:spPr>
          <a:xfrm>
            <a:off x="8823960" y="1691640"/>
            <a:ext cx="310896" cy="310896"/>
          </a:xfrm>
          <a:prstGeom prst="roundRect">
            <a:avLst>
              <a:gd name="adj" fmla="val 20000"/>
            </a:avLst>
          </a:prstGeom>
          <a:solidFill>
            <a:schemeClr val="accent5"/>
          </a:solidFill>
          <a:ln/>
        </p:spPr>
      </p:sp>
      <p:sp>
        <p:nvSpPr>
          <p:cNvPr id="26" name="problem face 0-4"/>
          <p:cNvSpPr/>
          <p:nvPr/>
        </p:nvSpPr>
        <p:spPr>
          <a:xfrm>
            <a:off x="9189720" y="1691640"/>
            <a:ext cx="310896" cy="310896"/>
          </a:xfrm>
          <a:prstGeom prst="roundRect">
            <a:avLst>
              <a:gd name="adj" fmla="val 20000"/>
            </a:avLst>
          </a:prstGeom>
          <a:solidFill>
            <a:schemeClr val="accent5"/>
          </a:solidFill>
          <a:ln/>
        </p:spPr>
      </p:sp>
      <p:sp>
        <p:nvSpPr>
          <p:cNvPr id="27" name="problem face 0-5"/>
          <p:cNvSpPr/>
          <p:nvPr/>
        </p:nvSpPr>
        <p:spPr>
          <a:xfrm>
            <a:off x="9555480" y="1691640"/>
            <a:ext cx="310896" cy="310896"/>
          </a:xfrm>
          <a:prstGeom prst="roundRect">
            <a:avLst>
              <a:gd name="adj" fmla="val 20000"/>
            </a:avLst>
          </a:prstGeom>
          <a:solidFill>
            <a:schemeClr val="accent5"/>
          </a:solidFill>
          <a:ln/>
        </p:spPr>
      </p:sp>
      <p:sp>
        <p:nvSpPr>
          <p:cNvPr id="28" name="problem face 0-6"/>
          <p:cNvSpPr/>
          <p:nvPr/>
        </p:nvSpPr>
        <p:spPr>
          <a:xfrm>
            <a:off x="9921240" y="1691640"/>
            <a:ext cx="310896" cy="310896"/>
          </a:xfrm>
          <a:prstGeom prst="roundRect">
            <a:avLst>
              <a:gd name="adj" fmla="val 20000"/>
            </a:avLst>
          </a:prstGeom>
          <a:solidFill>
            <a:schemeClr val="accent5"/>
          </a:solidFill>
          <a:ln/>
        </p:spPr>
      </p:sp>
      <p:sp>
        <p:nvSpPr>
          <p:cNvPr id="29" name="problem face 0-7"/>
          <p:cNvSpPr/>
          <p:nvPr/>
        </p:nvSpPr>
        <p:spPr>
          <a:xfrm>
            <a:off x="10287000" y="1691640"/>
            <a:ext cx="310896" cy="310896"/>
          </a:xfrm>
          <a:prstGeom prst="roundRect">
            <a:avLst>
              <a:gd name="adj" fmla="val 20000"/>
            </a:avLst>
          </a:prstGeom>
          <a:solidFill>
            <a:schemeClr val="accent5"/>
          </a:solidFill>
          <a:ln/>
        </p:spPr>
      </p:sp>
      <p:sp>
        <p:nvSpPr>
          <p:cNvPr id="30" name="problem face 0-8"/>
          <p:cNvSpPr/>
          <p:nvPr/>
        </p:nvSpPr>
        <p:spPr>
          <a:xfrm>
            <a:off x="10652760" y="1691640"/>
            <a:ext cx="310896" cy="310896"/>
          </a:xfrm>
          <a:prstGeom prst="roundRect">
            <a:avLst>
              <a:gd name="adj" fmla="val 20000"/>
            </a:avLst>
          </a:prstGeom>
          <a:solidFill>
            <a:schemeClr val="accent5"/>
          </a:solidFill>
          <a:ln/>
        </p:spPr>
      </p:sp>
      <p:sp>
        <p:nvSpPr>
          <p:cNvPr id="31" name="problem face 0-9"/>
          <p:cNvSpPr/>
          <p:nvPr/>
        </p:nvSpPr>
        <p:spPr>
          <a:xfrm>
            <a:off x="11018520" y="1691640"/>
            <a:ext cx="310896" cy="310896"/>
          </a:xfrm>
          <a:prstGeom prst="roundRect">
            <a:avLst>
              <a:gd name="adj" fmla="val 20000"/>
            </a:avLst>
          </a:prstGeom>
          <a:solidFill>
            <a:schemeClr val="accent5"/>
          </a:solidFill>
          <a:ln/>
        </p:spPr>
      </p:sp>
      <p:sp>
        <p:nvSpPr>
          <p:cNvPr id="32" name="problem face 1-0"/>
          <p:cNvSpPr/>
          <p:nvPr/>
        </p:nvSpPr>
        <p:spPr>
          <a:xfrm>
            <a:off x="7726680" y="2057400"/>
            <a:ext cx="310896" cy="310896"/>
          </a:xfrm>
          <a:prstGeom prst="roundRect">
            <a:avLst>
              <a:gd name="adj" fmla="val 20000"/>
            </a:avLst>
          </a:prstGeom>
          <a:solidFill>
            <a:schemeClr val="accent5"/>
          </a:solidFill>
          <a:ln/>
        </p:spPr>
      </p:sp>
      <p:sp>
        <p:nvSpPr>
          <p:cNvPr id="33" name="problem face 1-1"/>
          <p:cNvSpPr/>
          <p:nvPr/>
        </p:nvSpPr>
        <p:spPr>
          <a:xfrm>
            <a:off x="8092440" y="2057400"/>
            <a:ext cx="310896" cy="310896"/>
          </a:xfrm>
          <a:prstGeom prst="roundRect">
            <a:avLst>
              <a:gd name="adj" fmla="val 20000"/>
            </a:avLst>
          </a:prstGeom>
          <a:solidFill>
            <a:schemeClr val="accent5"/>
          </a:solidFill>
          <a:ln/>
        </p:spPr>
      </p:sp>
      <p:sp>
        <p:nvSpPr>
          <p:cNvPr id="34" name="problem face 1-2"/>
          <p:cNvSpPr/>
          <p:nvPr/>
        </p:nvSpPr>
        <p:spPr>
          <a:xfrm>
            <a:off x="8458200" y="2057400"/>
            <a:ext cx="310896" cy="310896"/>
          </a:xfrm>
          <a:prstGeom prst="roundRect">
            <a:avLst>
              <a:gd name="adj" fmla="val 20000"/>
            </a:avLst>
          </a:prstGeom>
          <a:solidFill>
            <a:schemeClr val="accent3"/>
          </a:solidFill>
          <a:ln/>
        </p:spPr>
      </p:sp>
      <p:sp>
        <p:nvSpPr>
          <p:cNvPr id="35" name="problem face 1-3"/>
          <p:cNvSpPr/>
          <p:nvPr/>
        </p:nvSpPr>
        <p:spPr>
          <a:xfrm>
            <a:off x="8823960" y="2057400"/>
            <a:ext cx="310896" cy="310896"/>
          </a:xfrm>
          <a:prstGeom prst="roundRect">
            <a:avLst>
              <a:gd name="adj" fmla="val 20000"/>
            </a:avLst>
          </a:prstGeom>
          <a:solidFill>
            <a:schemeClr val="accent3"/>
          </a:solidFill>
          <a:ln/>
        </p:spPr>
      </p:sp>
      <p:sp>
        <p:nvSpPr>
          <p:cNvPr id="36" name="problem face 1-4"/>
          <p:cNvSpPr/>
          <p:nvPr/>
        </p:nvSpPr>
        <p:spPr>
          <a:xfrm>
            <a:off x="9189720" y="2057400"/>
            <a:ext cx="310896" cy="310896"/>
          </a:xfrm>
          <a:prstGeom prst="roundRect">
            <a:avLst>
              <a:gd name="adj" fmla="val 20000"/>
            </a:avLst>
          </a:prstGeom>
          <a:solidFill>
            <a:schemeClr val="accent3"/>
          </a:solidFill>
          <a:ln/>
        </p:spPr>
      </p:sp>
      <p:sp>
        <p:nvSpPr>
          <p:cNvPr id="37" name="problem face 1-5"/>
          <p:cNvSpPr/>
          <p:nvPr/>
        </p:nvSpPr>
        <p:spPr>
          <a:xfrm>
            <a:off x="9555480" y="2057400"/>
            <a:ext cx="310896" cy="310896"/>
          </a:xfrm>
          <a:prstGeom prst="roundRect">
            <a:avLst>
              <a:gd name="adj" fmla="val 20000"/>
            </a:avLst>
          </a:prstGeom>
          <a:solidFill>
            <a:schemeClr val="accent1"/>
          </a:solidFill>
          <a:ln/>
        </p:spPr>
      </p:sp>
      <p:sp>
        <p:nvSpPr>
          <p:cNvPr id="38" name="problem face 1-6"/>
          <p:cNvSpPr/>
          <p:nvPr/>
        </p:nvSpPr>
        <p:spPr>
          <a:xfrm>
            <a:off x="9921240" y="2057400"/>
            <a:ext cx="310896" cy="310896"/>
          </a:xfrm>
          <a:prstGeom prst="roundRect">
            <a:avLst>
              <a:gd name="adj" fmla="val 20000"/>
            </a:avLst>
          </a:prstGeom>
          <a:solidFill>
            <a:schemeClr val="accent3"/>
          </a:solidFill>
          <a:ln/>
        </p:spPr>
      </p:sp>
      <p:sp>
        <p:nvSpPr>
          <p:cNvPr id="39" name="problem face 1-7"/>
          <p:cNvSpPr/>
          <p:nvPr/>
        </p:nvSpPr>
        <p:spPr>
          <a:xfrm>
            <a:off x="10287000" y="2057400"/>
            <a:ext cx="310896" cy="310896"/>
          </a:xfrm>
          <a:prstGeom prst="roundRect">
            <a:avLst>
              <a:gd name="adj" fmla="val 20000"/>
            </a:avLst>
          </a:prstGeom>
          <a:solidFill>
            <a:schemeClr val="accent3"/>
          </a:solidFill>
          <a:ln/>
        </p:spPr>
      </p:sp>
      <p:sp>
        <p:nvSpPr>
          <p:cNvPr id="40" name="problem face 1-8"/>
          <p:cNvSpPr/>
          <p:nvPr/>
        </p:nvSpPr>
        <p:spPr>
          <a:xfrm>
            <a:off x="10652760" y="2057400"/>
            <a:ext cx="310896" cy="310896"/>
          </a:xfrm>
          <a:prstGeom prst="roundRect">
            <a:avLst>
              <a:gd name="adj" fmla="val 20000"/>
            </a:avLst>
          </a:prstGeom>
          <a:solidFill>
            <a:schemeClr val="accent5"/>
          </a:solidFill>
          <a:ln/>
        </p:spPr>
      </p:sp>
      <p:sp>
        <p:nvSpPr>
          <p:cNvPr id="41" name="problem face 1-9"/>
          <p:cNvSpPr/>
          <p:nvPr/>
        </p:nvSpPr>
        <p:spPr>
          <a:xfrm>
            <a:off x="11018520" y="2057400"/>
            <a:ext cx="310896" cy="310896"/>
          </a:xfrm>
          <a:prstGeom prst="roundRect">
            <a:avLst>
              <a:gd name="adj" fmla="val 20000"/>
            </a:avLst>
          </a:prstGeom>
          <a:solidFill>
            <a:schemeClr val="accent5"/>
          </a:solidFill>
          <a:ln/>
        </p:spPr>
      </p:sp>
      <p:sp>
        <p:nvSpPr>
          <p:cNvPr id="42" name="problem face 2-0"/>
          <p:cNvSpPr/>
          <p:nvPr/>
        </p:nvSpPr>
        <p:spPr>
          <a:xfrm>
            <a:off x="7726680" y="2423160"/>
            <a:ext cx="310896" cy="310896"/>
          </a:xfrm>
          <a:prstGeom prst="roundRect">
            <a:avLst>
              <a:gd name="adj" fmla="val 20000"/>
            </a:avLst>
          </a:prstGeom>
          <a:solidFill>
            <a:schemeClr val="accent5"/>
          </a:solidFill>
          <a:ln/>
        </p:spPr>
      </p:sp>
      <p:sp>
        <p:nvSpPr>
          <p:cNvPr id="43" name="problem face 2-1"/>
          <p:cNvSpPr/>
          <p:nvPr/>
        </p:nvSpPr>
        <p:spPr>
          <a:xfrm>
            <a:off x="8092440" y="2423160"/>
            <a:ext cx="310896" cy="310896"/>
          </a:xfrm>
          <a:prstGeom prst="roundRect">
            <a:avLst>
              <a:gd name="adj" fmla="val 20000"/>
            </a:avLst>
          </a:prstGeom>
          <a:solidFill>
            <a:schemeClr val="accent3"/>
          </a:solidFill>
          <a:ln/>
        </p:spPr>
      </p:sp>
      <p:sp>
        <p:nvSpPr>
          <p:cNvPr id="44" name="problem face 2-2"/>
          <p:cNvSpPr/>
          <p:nvPr/>
        </p:nvSpPr>
        <p:spPr>
          <a:xfrm>
            <a:off x="8458200" y="2423160"/>
            <a:ext cx="310896" cy="310896"/>
          </a:xfrm>
          <a:prstGeom prst="roundRect">
            <a:avLst>
              <a:gd name="adj" fmla="val 20000"/>
            </a:avLst>
          </a:prstGeom>
          <a:solidFill>
            <a:schemeClr val="accent3"/>
          </a:solidFill>
          <a:ln/>
        </p:spPr>
      </p:sp>
      <p:sp>
        <p:nvSpPr>
          <p:cNvPr id="45" name="problem face 2-3"/>
          <p:cNvSpPr/>
          <p:nvPr/>
        </p:nvSpPr>
        <p:spPr>
          <a:xfrm>
            <a:off x="8823960" y="2423160"/>
            <a:ext cx="310896" cy="310896"/>
          </a:xfrm>
          <a:prstGeom prst="roundRect">
            <a:avLst>
              <a:gd name="adj" fmla="val 20000"/>
            </a:avLst>
          </a:prstGeom>
          <a:solidFill>
            <a:schemeClr val="accent4"/>
          </a:solidFill>
          <a:ln/>
        </p:spPr>
      </p:sp>
      <p:sp>
        <p:nvSpPr>
          <p:cNvPr id="46" name="problem face 2-4"/>
          <p:cNvSpPr/>
          <p:nvPr/>
        </p:nvSpPr>
        <p:spPr>
          <a:xfrm>
            <a:off x="9189720" y="2423160"/>
            <a:ext cx="310896" cy="310896"/>
          </a:xfrm>
          <a:prstGeom prst="roundRect">
            <a:avLst>
              <a:gd name="adj" fmla="val 20000"/>
            </a:avLst>
          </a:prstGeom>
          <a:solidFill>
            <a:schemeClr val="accent4"/>
          </a:solidFill>
          <a:ln/>
        </p:spPr>
      </p:sp>
      <p:sp>
        <p:nvSpPr>
          <p:cNvPr id="47" name="problem face 2-5"/>
          <p:cNvSpPr/>
          <p:nvPr/>
        </p:nvSpPr>
        <p:spPr>
          <a:xfrm>
            <a:off x="9555480" y="2423160"/>
            <a:ext cx="310896" cy="310896"/>
          </a:xfrm>
          <a:prstGeom prst="roundRect">
            <a:avLst>
              <a:gd name="adj" fmla="val 20000"/>
            </a:avLst>
          </a:prstGeom>
          <a:solidFill>
            <a:schemeClr val="accent4"/>
          </a:solidFill>
          <a:ln/>
        </p:spPr>
      </p:sp>
      <p:sp>
        <p:nvSpPr>
          <p:cNvPr id="48" name="problem face 2-6"/>
          <p:cNvSpPr/>
          <p:nvPr/>
        </p:nvSpPr>
        <p:spPr>
          <a:xfrm>
            <a:off x="9921240" y="2423160"/>
            <a:ext cx="310896" cy="310896"/>
          </a:xfrm>
          <a:prstGeom prst="roundRect">
            <a:avLst>
              <a:gd name="adj" fmla="val 20000"/>
            </a:avLst>
          </a:prstGeom>
          <a:solidFill>
            <a:schemeClr val="accent4"/>
          </a:solidFill>
          <a:ln/>
        </p:spPr>
      </p:sp>
      <p:sp>
        <p:nvSpPr>
          <p:cNvPr id="49" name="problem face 2-7"/>
          <p:cNvSpPr/>
          <p:nvPr/>
        </p:nvSpPr>
        <p:spPr>
          <a:xfrm>
            <a:off x="10287000" y="2423160"/>
            <a:ext cx="310896" cy="310896"/>
          </a:xfrm>
          <a:prstGeom prst="roundRect">
            <a:avLst>
              <a:gd name="adj" fmla="val 20000"/>
            </a:avLst>
          </a:prstGeom>
          <a:solidFill>
            <a:schemeClr val="accent3"/>
          </a:solidFill>
          <a:ln/>
        </p:spPr>
      </p:sp>
      <p:sp>
        <p:nvSpPr>
          <p:cNvPr id="50" name="problem face 2-8"/>
          <p:cNvSpPr/>
          <p:nvPr/>
        </p:nvSpPr>
        <p:spPr>
          <a:xfrm>
            <a:off x="10652760" y="2423160"/>
            <a:ext cx="310896" cy="310896"/>
          </a:xfrm>
          <a:prstGeom prst="roundRect">
            <a:avLst>
              <a:gd name="adj" fmla="val 20000"/>
            </a:avLst>
          </a:prstGeom>
          <a:solidFill>
            <a:schemeClr val="accent3"/>
          </a:solidFill>
          <a:ln/>
        </p:spPr>
      </p:sp>
      <p:sp>
        <p:nvSpPr>
          <p:cNvPr id="51" name="problem face 2-9"/>
          <p:cNvSpPr/>
          <p:nvPr/>
        </p:nvSpPr>
        <p:spPr>
          <a:xfrm>
            <a:off x="11018520" y="2423160"/>
            <a:ext cx="310896" cy="310896"/>
          </a:xfrm>
          <a:prstGeom prst="roundRect">
            <a:avLst>
              <a:gd name="adj" fmla="val 20000"/>
            </a:avLst>
          </a:prstGeom>
          <a:solidFill>
            <a:schemeClr val="accent2"/>
          </a:solidFill>
          <a:ln/>
        </p:spPr>
      </p:sp>
      <p:sp>
        <p:nvSpPr>
          <p:cNvPr id="52" name="problem face 3-0"/>
          <p:cNvSpPr/>
          <p:nvPr/>
        </p:nvSpPr>
        <p:spPr>
          <a:xfrm>
            <a:off x="7726680" y="2788920"/>
            <a:ext cx="310896" cy="310896"/>
          </a:xfrm>
          <a:prstGeom prst="roundRect">
            <a:avLst>
              <a:gd name="adj" fmla="val 20000"/>
            </a:avLst>
          </a:prstGeom>
          <a:solidFill>
            <a:schemeClr val="accent5"/>
          </a:solidFill>
          <a:ln/>
        </p:spPr>
      </p:sp>
      <p:sp>
        <p:nvSpPr>
          <p:cNvPr id="53" name="problem face 3-1"/>
          <p:cNvSpPr/>
          <p:nvPr/>
        </p:nvSpPr>
        <p:spPr>
          <a:xfrm>
            <a:off x="8092440" y="2788920"/>
            <a:ext cx="310896" cy="310896"/>
          </a:xfrm>
          <a:prstGeom prst="roundRect">
            <a:avLst>
              <a:gd name="adj" fmla="val 20000"/>
            </a:avLst>
          </a:prstGeom>
          <a:solidFill>
            <a:schemeClr val="accent3"/>
          </a:solidFill>
          <a:ln/>
        </p:spPr>
      </p:sp>
      <p:sp>
        <p:nvSpPr>
          <p:cNvPr id="54" name="problem face 3-2"/>
          <p:cNvSpPr/>
          <p:nvPr/>
        </p:nvSpPr>
        <p:spPr>
          <a:xfrm>
            <a:off x="8458200" y="2788920"/>
            <a:ext cx="310896" cy="310896"/>
          </a:xfrm>
          <a:prstGeom prst="roundRect">
            <a:avLst>
              <a:gd name="adj" fmla="val 20000"/>
            </a:avLst>
          </a:prstGeom>
          <a:solidFill>
            <a:schemeClr val="accent4"/>
          </a:solidFill>
          <a:ln/>
        </p:spPr>
      </p:sp>
      <p:sp>
        <p:nvSpPr>
          <p:cNvPr id="55" name="problem face 3-3"/>
          <p:cNvSpPr/>
          <p:nvPr/>
        </p:nvSpPr>
        <p:spPr>
          <a:xfrm>
            <a:off x="8823960" y="2788920"/>
            <a:ext cx="310896" cy="310896"/>
          </a:xfrm>
          <a:prstGeom prst="roundRect">
            <a:avLst>
              <a:gd name="adj" fmla="val 20000"/>
            </a:avLst>
          </a:prstGeom>
          <a:solidFill>
            <a:schemeClr val="accent6"/>
          </a:solidFill>
          <a:ln/>
        </p:spPr>
      </p:sp>
      <p:sp>
        <p:nvSpPr>
          <p:cNvPr id="56" name="problem face 3-4"/>
          <p:cNvSpPr/>
          <p:nvPr/>
        </p:nvSpPr>
        <p:spPr>
          <a:xfrm>
            <a:off x="9189720" y="2788920"/>
            <a:ext cx="310896" cy="310896"/>
          </a:xfrm>
          <a:prstGeom prst="roundRect">
            <a:avLst>
              <a:gd name="adj" fmla="val 20000"/>
            </a:avLst>
          </a:prstGeom>
          <a:solidFill>
            <a:schemeClr val="accent1"/>
          </a:solidFill>
          <a:ln/>
        </p:spPr>
      </p:sp>
      <p:sp>
        <p:nvSpPr>
          <p:cNvPr id="57" name="problem face 3-5"/>
          <p:cNvSpPr/>
          <p:nvPr/>
        </p:nvSpPr>
        <p:spPr>
          <a:xfrm>
            <a:off x="9555480" y="2788920"/>
            <a:ext cx="310896" cy="310896"/>
          </a:xfrm>
          <a:prstGeom prst="roundRect">
            <a:avLst>
              <a:gd name="adj" fmla="val 20000"/>
            </a:avLst>
          </a:prstGeom>
          <a:solidFill>
            <a:schemeClr val="accent6"/>
          </a:solidFill>
          <a:ln/>
        </p:spPr>
      </p:sp>
      <p:sp>
        <p:nvSpPr>
          <p:cNvPr id="58" name="problem face 3-6"/>
          <p:cNvSpPr/>
          <p:nvPr/>
        </p:nvSpPr>
        <p:spPr>
          <a:xfrm>
            <a:off x="9921240" y="2788920"/>
            <a:ext cx="310896" cy="310896"/>
          </a:xfrm>
          <a:prstGeom prst="roundRect">
            <a:avLst>
              <a:gd name="adj" fmla="val 20000"/>
            </a:avLst>
          </a:prstGeom>
          <a:solidFill>
            <a:schemeClr val="accent6"/>
          </a:solidFill>
          <a:ln/>
        </p:spPr>
      </p:sp>
      <p:sp>
        <p:nvSpPr>
          <p:cNvPr id="59" name="problem face 3-7"/>
          <p:cNvSpPr/>
          <p:nvPr/>
        </p:nvSpPr>
        <p:spPr>
          <a:xfrm>
            <a:off x="10287000" y="2788920"/>
            <a:ext cx="310896" cy="310896"/>
          </a:xfrm>
          <a:prstGeom prst="roundRect">
            <a:avLst>
              <a:gd name="adj" fmla="val 20000"/>
            </a:avLst>
          </a:prstGeom>
          <a:solidFill>
            <a:schemeClr val="accent2"/>
          </a:solidFill>
          <a:ln/>
        </p:spPr>
      </p:sp>
      <p:sp>
        <p:nvSpPr>
          <p:cNvPr id="60" name="problem face 3-8"/>
          <p:cNvSpPr/>
          <p:nvPr/>
        </p:nvSpPr>
        <p:spPr>
          <a:xfrm>
            <a:off x="10652760" y="2788920"/>
            <a:ext cx="310896" cy="310896"/>
          </a:xfrm>
          <a:prstGeom prst="roundRect">
            <a:avLst>
              <a:gd name="adj" fmla="val 20000"/>
            </a:avLst>
          </a:prstGeom>
          <a:solidFill>
            <a:schemeClr val="accent3"/>
          </a:solidFill>
          <a:ln/>
        </p:spPr>
      </p:sp>
      <p:sp>
        <p:nvSpPr>
          <p:cNvPr id="61" name="problem face 3-9"/>
          <p:cNvSpPr/>
          <p:nvPr/>
        </p:nvSpPr>
        <p:spPr>
          <a:xfrm>
            <a:off x="11018520" y="2788920"/>
            <a:ext cx="310896" cy="310896"/>
          </a:xfrm>
          <a:prstGeom prst="roundRect">
            <a:avLst>
              <a:gd name="adj" fmla="val 20000"/>
            </a:avLst>
          </a:prstGeom>
          <a:solidFill>
            <a:schemeClr val="accent5"/>
          </a:solidFill>
          <a:ln/>
        </p:spPr>
      </p:sp>
      <p:sp>
        <p:nvSpPr>
          <p:cNvPr id="62" name="problem face 4-0"/>
          <p:cNvSpPr/>
          <p:nvPr/>
        </p:nvSpPr>
        <p:spPr>
          <a:xfrm>
            <a:off x="7726680" y="3154680"/>
            <a:ext cx="310896" cy="310896"/>
          </a:xfrm>
          <a:prstGeom prst="roundRect">
            <a:avLst>
              <a:gd name="adj" fmla="val 20000"/>
            </a:avLst>
          </a:prstGeom>
          <a:solidFill>
            <a:schemeClr val="accent5"/>
          </a:solidFill>
          <a:ln/>
        </p:spPr>
      </p:sp>
      <p:sp>
        <p:nvSpPr>
          <p:cNvPr id="63" name="problem face 4-1"/>
          <p:cNvSpPr/>
          <p:nvPr/>
        </p:nvSpPr>
        <p:spPr>
          <a:xfrm>
            <a:off x="8092440" y="3154680"/>
            <a:ext cx="310896" cy="310896"/>
          </a:xfrm>
          <a:prstGeom prst="roundRect">
            <a:avLst>
              <a:gd name="adj" fmla="val 20000"/>
            </a:avLst>
          </a:prstGeom>
          <a:solidFill>
            <a:schemeClr val="accent3"/>
          </a:solidFill>
          <a:ln/>
        </p:spPr>
      </p:sp>
      <p:sp>
        <p:nvSpPr>
          <p:cNvPr id="64" name="problem face 4-2"/>
          <p:cNvSpPr/>
          <p:nvPr/>
        </p:nvSpPr>
        <p:spPr>
          <a:xfrm>
            <a:off x="8458200" y="3154680"/>
            <a:ext cx="310896" cy="310896"/>
          </a:xfrm>
          <a:prstGeom prst="roundRect">
            <a:avLst>
              <a:gd name="adj" fmla="val 20000"/>
            </a:avLst>
          </a:prstGeom>
          <a:solidFill>
            <a:schemeClr val="accent4"/>
          </a:solidFill>
          <a:ln/>
        </p:spPr>
      </p:sp>
      <p:sp>
        <p:nvSpPr>
          <p:cNvPr id="65" name="problem face 4-3"/>
          <p:cNvSpPr/>
          <p:nvPr/>
        </p:nvSpPr>
        <p:spPr>
          <a:xfrm>
            <a:off x="8823960" y="3154680"/>
            <a:ext cx="310896" cy="310896"/>
          </a:xfrm>
          <a:prstGeom prst="roundRect">
            <a:avLst>
              <a:gd name="adj" fmla="val 20000"/>
            </a:avLst>
          </a:prstGeom>
          <a:solidFill>
            <a:schemeClr val="accent6"/>
          </a:solidFill>
          <a:ln/>
        </p:spPr>
      </p:sp>
      <p:sp>
        <p:nvSpPr>
          <p:cNvPr id="66" name="problem face 4-4"/>
          <p:cNvSpPr/>
          <p:nvPr/>
        </p:nvSpPr>
        <p:spPr>
          <a:xfrm>
            <a:off x="9189720" y="3154680"/>
            <a:ext cx="310896" cy="310896"/>
          </a:xfrm>
          <a:prstGeom prst="roundRect">
            <a:avLst>
              <a:gd name="adj" fmla="val 20000"/>
            </a:avLst>
          </a:prstGeom>
          <a:solidFill>
            <a:schemeClr val="accent6"/>
          </a:solidFill>
          <a:ln/>
        </p:spPr>
      </p:sp>
      <p:sp>
        <p:nvSpPr>
          <p:cNvPr id="67" name="problem face 4-5"/>
          <p:cNvSpPr/>
          <p:nvPr/>
        </p:nvSpPr>
        <p:spPr>
          <a:xfrm>
            <a:off x="9555480" y="3154680"/>
            <a:ext cx="310896" cy="310896"/>
          </a:xfrm>
          <a:prstGeom prst="roundRect">
            <a:avLst>
              <a:gd name="adj" fmla="val 20000"/>
            </a:avLst>
          </a:prstGeom>
          <a:solidFill>
            <a:schemeClr val="accent2"/>
          </a:solidFill>
          <a:ln/>
        </p:spPr>
      </p:sp>
      <p:sp>
        <p:nvSpPr>
          <p:cNvPr id="68" name="problem face 4-6"/>
          <p:cNvSpPr/>
          <p:nvPr/>
        </p:nvSpPr>
        <p:spPr>
          <a:xfrm>
            <a:off x="9921240" y="3154680"/>
            <a:ext cx="310896" cy="310896"/>
          </a:xfrm>
          <a:prstGeom prst="roundRect">
            <a:avLst>
              <a:gd name="adj" fmla="val 20000"/>
            </a:avLst>
          </a:prstGeom>
          <a:solidFill>
            <a:schemeClr val="accent6"/>
          </a:solidFill>
          <a:ln/>
        </p:spPr>
      </p:sp>
      <p:sp>
        <p:nvSpPr>
          <p:cNvPr id="69" name="problem face 4-7"/>
          <p:cNvSpPr/>
          <p:nvPr/>
        </p:nvSpPr>
        <p:spPr>
          <a:xfrm>
            <a:off x="10287000" y="3154680"/>
            <a:ext cx="310896" cy="310896"/>
          </a:xfrm>
          <a:prstGeom prst="roundRect">
            <a:avLst>
              <a:gd name="adj" fmla="val 20000"/>
            </a:avLst>
          </a:prstGeom>
          <a:solidFill>
            <a:schemeClr val="accent4"/>
          </a:solidFill>
          <a:ln/>
        </p:spPr>
      </p:sp>
      <p:sp>
        <p:nvSpPr>
          <p:cNvPr id="70" name="problem face 4-8"/>
          <p:cNvSpPr/>
          <p:nvPr/>
        </p:nvSpPr>
        <p:spPr>
          <a:xfrm>
            <a:off x="10652760" y="3154680"/>
            <a:ext cx="310896" cy="310896"/>
          </a:xfrm>
          <a:prstGeom prst="roundRect">
            <a:avLst>
              <a:gd name="adj" fmla="val 20000"/>
            </a:avLst>
          </a:prstGeom>
          <a:solidFill>
            <a:schemeClr val="accent3"/>
          </a:solidFill>
          <a:ln/>
        </p:spPr>
      </p:sp>
      <p:sp>
        <p:nvSpPr>
          <p:cNvPr id="71" name="problem face 4-9"/>
          <p:cNvSpPr/>
          <p:nvPr/>
        </p:nvSpPr>
        <p:spPr>
          <a:xfrm>
            <a:off x="11018520" y="3154680"/>
            <a:ext cx="310896" cy="310896"/>
          </a:xfrm>
          <a:prstGeom prst="roundRect">
            <a:avLst>
              <a:gd name="adj" fmla="val 20000"/>
            </a:avLst>
          </a:prstGeom>
          <a:solidFill>
            <a:schemeClr val="accent1"/>
          </a:solidFill>
          <a:ln/>
        </p:spPr>
      </p:sp>
      <p:sp>
        <p:nvSpPr>
          <p:cNvPr id="72" name="problem face 5-0"/>
          <p:cNvSpPr/>
          <p:nvPr/>
        </p:nvSpPr>
        <p:spPr>
          <a:xfrm>
            <a:off x="7726680" y="3520440"/>
            <a:ext cx="310896" cy="310896"/>
          </a:xfrm>
          <a:prstGeom prst="roundRect">
            <a:avLst>
              <a:gd name="adj" fmla="val 20000"/>
            </a:avLst>
          </a:prstGeom>
          <a:solidFill>
            <a:schemeClr val="accent5"/>
          </a:solidFill>
          <a:ln/>
        </p:spPr>
      </p:sp>
      <p:sp>
        <p:nvSpPr>
          <p:cNvPr id="73" name="problem face 5-1"/>
          <p:cNvSpPr/>
          <p:nvPr/>
        </p:nvSpPr>
        <p:spPr>
          <a:xfrm>
            <a:off x="8092440" y="3520440"/>
            <a:ext cx="310896" cy="310896"/>
          </a:xfrm>
          <a:prstGeom prst="roundRect">
            <a:avLst>
              <a:gd name="adj" fmla="val 20000"/>
            </a:avLst>
          </a:prstGeom>
          <a:solidFill>
            <a:schemeClr val="accent3"/>
          </a:solidFill>
          <a:ln/>
        </p:spPr>
      </p:sp>
      <p:sp>
        <p:nvSpPr>
          <p:cNvPr id="74" name="problem face 5-2"/>
          <p:cNvSpPr/>
          <p:nvPr/>
        </p:nvSpPr>
        <p:spPr>
          <a:xfrm>
            <a:off x="8458200" y="3520440"/>
            <a:ext cx="310896" cy="310896"/>
          </a:xfrm>
          <a:prstGeom prst="roundRect">
            <a:avLst>
              <a:gd name="adj" fmla="val 20000"/>
            </a:avLst>
          </a:prstGeom>
          <a:solidFill>
            <a:schemeClr val="accent4"/>
          </a:solidFill>
          <a:ln/>
        </p:spPr>
      </p:sp>
      <p:sp>
        <p:nvSpPr>
          <p:cNvPr id="75" name="problem face 5-3"/>
          <p:cNvSpPr/>
          <p:nvPr/>
        </p:nvSpPr>
        <p:spPr>
          <a:xfrm>
            <a:off x="8823960" y="3520440"/>
            <a:ext cx="310896" cy="310896"/>
          </a:xfrm>
          <a:prstGeom prst="roundRect">
            <a:avLst>
              <a:gd name="adj" fmla="val 20000"/>
            </a:avLst>
          </a:prstGeom>
          <a:solidFill>
            <a:schemeClr val="accent2"/>
          </a:solidFill>
          <a:ln/>
        </p:spPr>
      </p:sp>
      <p:sp>
        <p:nvSpPr>
          <p:cNvPr id="76" name="problem face 5-4"/>
          <p:cNvSpPr/>
          <p:nvPr/>
        </p:nvSpPr>
        <p:spPr>
          <a:xfrm>
            <a:off x="9189720" y="3520440"/>
            <a:ext cx="310896" cy="310896"/>
          </a:xfrm>
          <a:prstGeom prst="roundRect">
            <a:avLst>
              <a:gd name="adj" fmla="val 20000"/>
            </a:avLst>
          </a:prstGeom>
          <a:solidFill>
            <a:schemeClr val="accent6"/>
          </a:solidFill>
          <a:ln/>
        </p:spPr>
      </p:sp>
      <p:sp>
        <p:nvSpPr>
          <p:cNvPr id="77" name="problem face 5-5"/>
          <p:cNvSpPr/>
          <p:nvPr/>
        </p:nvSpPr>
        <p:spPr>
          <a:xfrm>
            <a:off x="9555480" y="3520440"/>
            <a:ext cx="310896" cy="310896"/>
          </a:xfrm>
          <a:prstGeom prst="roundRect">
            <a:avLst>
              <a:gd name="adj" fmla="val 20000"/>
            </a:avLst>
          </a:prstGeom>
          <a:solidFill>
            <a:schemeClr val="accent6"/>
          </a:solidFill>
          <a:ln/>
        </p:spPr>
      </p:sp>
      <p:sp>
        <p:nvSpPr>
          <p:cNvPr id="78" name="problem face 5-6"/>
          <p:cNvSpPr/>
          <p:nvPr/>
        </p:nvSpPr>
        <p:spPr>
          <a:xfrm>
            <a:off x="9921240" y="3520440"/>
            <a:ext cx="310896" cy="310896"/>
          </a:xfrm>
          <a:prstGeom prst="roundRect">
            <a:avLst>
              <a:gd name="adj" fmla="val 20000"/>
            </a:avLst>
          </a:prstGeom>
          <a:solidFill>
            <a:schemeClr val="accent6"/>
          </a:solidFill>
          <a:ln/>
        </p:spPr>
      </p:sp>
      <p:sp>
        <p:nvSpPr>
          <p:cNvPr id="79" name="problem face 5-7"/>
          <p:cNvSpPr/>
          <p:nvPr/>
        </p:nvSpPr>
        <p:spPr>
          <a:xfrm>
            <a:off x="10287000" y="3520440"/>
            <a:ext cx="310896" cy="310896"/>
          </a:xfrm>
          <a:prstGeom prst="roundRect">
            <a:avLst>
              <a:gd name="adj" fmla="val 20000"/>
            </a:avLst>
          </a:prstGeom>
          <a:solidFill>
            <a:schemeClr val="accent4"/>
          </a:solidFill>
          <a:ln/>
        </p:spPr>
      </p:sp>
      <p:sp>
        <p:nvSpPr>
          <p:cNvPr id="80" name="problem face 5-8"/>
          <p:cNvSpPr/>
          <p:nvPr/>
        </p:nvSpPr>
        <p:spPr>
          <a:xfrm>
            <a:off x="10652760" y="3520440"/>
            <a:ext cx="310896" cy="310896"/>
          </a:xfrm>
          <a:prstGeom prst="roundRect">
            <a:avLst>
              <a:gd name="adj" fmla="val 20000"/>
            </a:avLst>
          </a:prstGeom>
          <a:solidFill>
            <a:schemeClr val="accent3"/>
          </a:solidFill>
          <a:ln/>
        </p:spPr>
      </p:sp>
      <p:sp>
        <p:nvSpPr>
          <p:cNvPr id="81" name="problem face 5-9"/>
          <p:cNvSpPr/>
          <p:nvPr/>
        </p:nvSpPr>
        <p:spPr>
          <a:xfrm>
            <a:off x="11018520" y="3520440"/>
            <a:ext cx="310896" cy="310896"/>
          </a:xfrm>
          <a:prstGeom prst="roundRect">
            <a:avLst>
              <a:gd name="adj" fmla="val 20000"/>
            </a:avLst>
          </a:prstGeom>
          <a:solidFill>
            <a:schemeClr val="accent5"/>
          </a:solidFill>
          <a:ln/>
        </p:spPr>
      </p:sp>
      <p:sp>
        <p:nvSpPr>
          <p:cNvPr id="82" name="problem face 6-0"/>
          <p:cNvSpPr/>
          <p:nvPr/>
        </p:nvSpPr>
        <p:spPr>
          <a:xfrm>
            <a:off x="7726680" y="3886200"/>
            <a:ext cx="310896" cy="310896"/>
          </a:xfrm>
          <a:prstGeom prst="roundRect">
            <a:avLst>
              <a:gd name="adj" fmla="val 20000"/>
            </a:avLst>
          </a:prstGeom>
          <a:solidFill>
            <a:schemeClr val="accent5"/>
          </a:solidFill>
          <a:ln/>
        </p:spPr>
      </p:sp>
      <p:sp>
        <p:nvSpPr>
          <p:cNvPr id="83" name="problem face 6-1"/>
          <p:cNvSpPr/>
          <p:nvPr/>
        </p:nvSpPr>
        <p:spPr>
          <a:xfrm>
            <a:off x="8092440" y="3886200"/>
            <a:ext cx="310896" cy="310896"/>
          </a:xfrm>
          <a:prstGeom prst="roundRect">
            <a:avLst>
              <a:gd name="adj" fmla="val 20000"/>
            </a:avLst>
          </a:prstGeom>
          <a:solidFill>
            <a:schemeClr val="accent2"/>
          </a:solidFill>
          <a:ln/>
        </p:spPr>
      </p:sp>
      <p:sp>
        <p:nvSpPr>
          <p:cNvPr id="84" name="problem face 6-2"/>
          <p:cNvSpPr/>
          <p:nvPr/>
        </p:nvSpPr>
        <p:spPr>
          <a:xfrm>
            <a:off x="8458200" y="3886200"/>
            <a:ext cx="310896" cy="310896"/>
          </a:xfrm>
          <a:prstGeom prst="roundRect">
            <a:avLst>
              <a:gd name="adj" fmla="val 20000"/>
            </a:avLst>
          </a:prstGeom>
          <a:solidFill>
            <a:schemeClr val="accent4"/>
          </a:solidFill>
          <a:ln/>
        </p:spPr>
      </p:sp>
      <p:sp>
        <p:nvSpPr>
          <p:cNvPr id="85" name="problem face 6-3"/>
          <p:cNvSpPr/>
          <p:nvPr/>
        </p:nvSpPr>
        <p:spPr>
          <a:xfrm>
            <a:off x="8823960" y="3886200"/>
            <a:ext cx="310896" cy="310896"/>
          </a:xfrm>
          <a:prstGeom prst="roundRect">
            <a:avLst>
              <a:gd name="adj" fmla="val 20000"/>
            </a:avLst>
          </a:prstGeom>
          <a:solidFill>
            <a:schemeClr val="accent6"/>
          </a:solidFill>
          <a:ln/>
        </p:spPr>
      </p:sp>
      <p:sp>
        <p:nvSpPr>
          <p:cNvPr id="86" name="problem face 6-4"/>
          <p:cNvSpPr/>
          <p:nvPr/>
        </p:nvSpPr>
        <p:spPr>
          <a:xfrm>
            <a:off x="9189720" y="3886200"/>
            <a:ext cx="310896" cy="310896"/>
          </a:xfrm>
          <a:prstGeom prst="roundRect">
            <a:avLst>
              <a:gd name="adj" fmla="val 20000"/>
            </a:avLst>
          </a:prstGeom>
          <a:solidFill>
            <a:schemeClr val="accent6"/>
          </a:solidFill>
          <a:ln/>
        </p:spPr>
      </p:sp>
      <p:sp>
        <p:nvSpPr>
          <p:cNvPr id="87" name="problem face 6-5"/>
          <p:cNvSpPr/>
          <p:nvPr/>
        </p:nvSpPr>
        <p:spPr>
          <a:xfrm>
            <a:off x="9555480" y="3886200"/>
            <a:ext cx="310896" cy="310896"/>
          </a:xfrm>
          <a:prstGeom prst="roundRect">
            <a:avLst>
              <a:gd name="adj" fmla="val 20000"/>
            </a:avLst>
          </a:prstGeom>
          <a:solidFill>
            <a:schemeClr val="accent6"/>
          </a:solidFill>
          <a:ln/>
        </p:spPr>
      </p:sp>
      <p:sp>
        <p:nvSpPr>
          <p:cNvPr id="88" name="problem face 6-6"/>
          <p:cNvSpPr/>
          <p:nvPr/>
        </p:nvSpPr>
        <p:spPr>
          <a:xfrm>
            <a:off x="9921240" y="3886200"/>
            <a:ext cx="310896" cy="310896"/>
          </a:xfrm>
          <a:prstGeom prst="roundRect">
            <a:avLst>
              <a:gd name="adj" fmla="val 20000"/>
            </a:avLst>
          </a:prstGeom>
          <a:solidFill>
            <a:schemeClr val="accent6"/>
          </a:solidFill>
          <a:ln/>
        </p:spPr>
      </p:sp>
      <p:sp>
        <p:nvSpPr>
          <p:cNvPr id="89" name="problem face 6-7"/>
          <p:cNvSpPr/>
          <p:nvPr/>
        </p:nvSpPr>
        <p:spPr>
          <a:xfrm>
            <a:off x="10287000" y="3886200"/>
            <a:ext cx="310896" cy="310896"/>
          </a:xfrm>
          <a:prstGeom prst="roundRect">
            <a:avLst>
              <a:gd name="adj" fmla="val 20000"/>
            </a:avLst>
          </a:prstGeom>
          <a:solidFill>
            <a:schemeClr val="accent4"/>
          </a:solidFill>
          <a:ln/>
        </p:spPr>
      </p:sp>
      <p:sp>
        <p:nvSpPr>
          <p:cNvPr id="90" name="problem face 6-8"/>
          <p:cNvSpPr/>
          <p:nvPr/>
        </p:nvSpPr>
        <p:spPr>
          <a:xfrm>
            <a:off x="10652760" y="3886200"/>
            <a:ext cx="310896" cy="310896"/>
          </a:xfrm>
          <a:prstGeom prst="roundRect">
            <a:avLst>
              <a:gd name="adj" fmla="val 20000"/>
            </a:avLst>
          </a:prstGeom>
          <a:solidFill>
            <a:schemeClr val="accent1"/>
          </a:solidFill>
          <a:ln/>
        </p:spPr>
      </p:sp>
      <p:sp>
        <p:nvSpPr>
          <p:cNvPr id="91" name="problem face 6-9"/>
          <p:cNvSpPr/>
          <p:nvPr/>
        </p:nvSpPr>
        <p:spPr>
          <a:xfrm>
            <a:off x="11018520" y="3886200"/>
            <a:ext cx="310896" cy="310896"/>
          </a:xfrm>
          <a:prstGeom prst="roundRect">
            <a:avLst>
              <a:gd name="adj" fmla="val 20000"/>
            </a:avLst>
          </a:prstGeom>
          <a:solidFill>
            <a:schemeClr val="accent5"/>
          </a:solidFill>
          <a:ln/>
        </p:spPr>
      </p:sp>
      <p:sp>
        <p:nvSpPr>
          <p:cNvPr id="92" name="problem face 7-0"/>
          <p:cNvSpPr/>
          <p:nvPr/>
        </p:nvSpPr>
        <p:spPr>
          <a:xfrm>
            <a:off x="7726680" y="4251960"/>
            <a:ext cx="310896" cy="310896"/>
          </a:xfrm>
          <a:prstGeom prst="roundRect">
            <a:avLst>
              <a:gd name="adj" fmla="val 20000"/>
            </a:avLst>
          </a:prstGeom>
          <a:solidFill>
            <a:schemeClr val="accent5"/>
          </a:solidFill>
          <a:ln/>
        </p:spPr>
      </p:sp>
      <p:sp>
        <p:nvSpPr>
          <p:cNvPr id="93" name="problem face 7-1"/>
          <p:cNvSpPr/>
          <p:nvPr/>
        </p:nvSpPr>
        <p:spPr>
          <a:xfrm>
            <a:off x="8092440" y="4251960"/>
            <a:ext cx="310896" cy="310896"/>
          </a:xfrm>
          <a:prstGeom prst="roundRect">
            <a:avLst>
              <a:gd name="adj" fmla="val 20000"/>
            </a:avLst>
          </a:prstGeom>
          <a:solidFill>
            <a:schemeClr val="accent3"/>
          </a:solidFill>
          <a:ln/>
        </p:spPr>
      </p:sp>
      <p:sp>
        <p:nvSpPr>
          <p:cNvPr id="94" name="problem face 7-2"/>
          <p:cNvSpPr/>
          <p:nvPr/>
        </p:nvSpPr>
        <p:spPr>
          <a:xfrm>
            <a:off x="8458200" y="4251960"/>
            <a:ext cx="310896" cy="310896"/>
          </a:xfrm>
          <a:prstGeom prst="roundRect">
            <a:avLst>
              <a:gd name="adj" fmla="val 20000"/>
            </a:avLst>
          </a:prstGeom>
          <a:solidFill>
            <a:schemeClr val="accent1"/>
          </a:solidFill>
          <a:ln/>
        </p:spPr>
      </p:sp>
      <p:sp>
        <p:nvSpPr>
          <p:cNvPr id="95" name="problem face 7-3"/>
          <p:cNvSpPr/>
          <p:nvPr/>
        </p:nvSpPr>
        <p:spPr>
          <a:xfrm>
            <a:off x="8823960" y="4251960"/>
            <a:ext cx="310896" cy="310896"/>
          </a:xfrm>
          <a:prstGeom prst="roundRect">
            <a:avLst>
              <a:gd name="adj" fmla="val 20000"/>
            </a:avLst>
          </a:prstGeom>
          <a:solidFill>
            <a:schemeClr val="accent4"/>
          </a:solidFill>
          <a:ln/>
        </p:spPr>
      </p:sp>
      <p:sp>
        <p:nvSpPr>
          <p:cNvPr id="96" name="problem face 7-4"/>
          <p:cNvSpPr/>
          <p:nvPr/>
        </p:nvSpPr>
        <p:spPr>
          <a:xfrm>
            <a:off x="9189720" y="4251960"/>
            <a:ext cx="310896" cy="310896"/>
          </a:xfrm>
          <a:prstGeom prst="roundRect">
            <a:avLst>
              <a:gd name="adj" fmla="val 20000"/>
            </a:avLst>
          </a:prstGeom>
          <a:solidFill>
            <a:schemeClr val="accent4"/>
          </a:solidFill>
          <a:ln/>
        </p:spPr>
      </p:sp>
      <p:sp>
        <p:nvSpPr>
          <p:cNvPr id="97" name="problem face 7-5"/>
          <p:cNvSpPr/>
          <p:nvPr/>
        </p:nvSpPr>
        <p:spPr>
          <a:xfrm>
            <a:off x="9555480" y="4251960"/>
            <a:ext cx="310896" cy="310896"/>
          </a:xfrm>
          <a:prstGeom prst="roundRect">
            <a:avLst>
              <a:gd name="adj" fmla="val 20000"/>
            </a:avLst>
          </a:prstGeom>
          <a:solidFill>
            <a:schemeClr val="accent4"/>
          </a:solidFill>
          <a:ln/>
        </p:spPr>
      </p:sp>
      <p:sp>
        <p:nvSpPr>
          <p:cNvPr id="98" name="problem face 7-6"/>
          <p:cNvSpPr/>
          <p:nvPr/>
        </p:nvSpPr>
        <p:spPr>
          <a:xfrm>
            <a:off x="9921240" y="4251960"/>
            <a:ext cx="310896" cy="310896"/>
          </a:xfrm>
          <a:prstGeom prst="roundRect">
            <a:avLst>
              <a:gd name="adj" fmla="val 20000"/>
            </a:avLst>
          </a:prstGeom>
          <a:solidFill>
            <a:schemeClr val="accent4"/>
          </a:solidFill>
          <a:ln/>
        </p:spPr>
      </p:sp>
      <p:sp>
        <p:nvSpPr>
          <p:cNvPr id="99" name="problem face 7-7"/>
          <p:cNvSpPr/>
          <p:nvPr/>
        </p:nvSpPr>
        <p:spPr>
          <a:xfrm>
            <a:off x="10287000" y="4251960"/>
            <a:ext cx="310896" cy="310896"/>
          </a:xfrm>
          <a:prstGeom prst="roundRect">
            <a:avLst>
              <a:gd name="adj" fmla="val 20000"/>
            </a:avLst>
          </a:prstGeom>
          <a:solidFill>
            <a:schemeClr val="accent3"/>
          </a:solidFill>
          <a:ln/>
        </p:spPr>
      </p:sp>
      <p:sp>
        <p:nvSpPr>
          <p:cNvPr id="100" name="problem face 7-8"/>
          <p:cNvSpPr/>
          <p:nvPr/>
        </p:nvSpPr>
        <p:spPr>
          <a:xfrm>
            <a:off x="10652760" y="4251960"/>
            <a:ext cx="310896" cy="310896"/>
          </a:xfrm>
          <a:prstGeom prst="roundRect">
            <a:avLst>
              <a:gd name="adj" fmla="val 20000"/>
            </a:avLst>
          </a:prstGeom>
          <a:solidFill>
            <a:schemeClr val="accent3"/>
          </a:solidFill>
          <a:ln/>
        </p:spPr>
      </p:sp>
      <p:sp>
        <p:nvSpPr>
          <p:cNvPr id="101" name="problem face 7-9"/>
          <p:cNvSpPr/>
          <p:nvPr/>
        </p:nvSpPr>
        <p:spPr>
          <a:xfrm>
            <a:off x="11018520" y="4251960"/>
            <a:ext cx="310896" cy="310896"/>
          </a:xfrm>
          <a:prstGeom prst="roundRect">
            <a:avLst>
              <a:gd name="adj" fmla="val 20000"/>
            </a:avLst>
          </a:prstGeom>
          <a:solidFill>
            <a:schemeClr val="accent5"/>
          </a:solidFill>
          <a:ln/>
        </p:spPr>
      </p:sp>
      <p:sp>
        <p:nvSpPr>
          <p:cNvPr id="102" name="problem face 8-0"/>
          <p:cNvSpPr/>
          <p:nvPr/>
        </p:nvSpPr>
        <p:spPr>
          <a:xfrm>
            <a:off x="7726680" y="4617720"/>
            <a:ext cx="310896" cy="310896"/>
          </a:xfrm>
          <a:prstGeom prst="roundRect">
            <a:avLst>
              <a:gd name="adj" fmla="val 20000"/>
            </a:avLst>
          </a:prstGeom>
          <a:solidFill>
            <a:schemeClr val="accent5"/>
          </a:solidFill>
          <a:ln/>
        </p:spPr>
      </p:sp>
      <p:sp>
        <p:nvSpPr>
          <p:cNvPr id="103" name="problem face 8-1"/>
          <p:cNvSpPr/>
          <p:nvPr/>
        </p:nvSpPr>
        <p:spPr>
          <a:xfrm>
            <a:off x="8092440" y="4617720"/>
            <a:ext cx="310896" cy="310896"/>
          </a:xfrm>
          <a:prstGeom prst="roundRect">
            <a:avLst>
              <a:gd name="adj" fmla="val 20000"/>
            </a:avLst>
          </a:prstGeom>
          <a:solidFill>
            <a:schemeClr val="accent5"/>
          </a:solidFill>
          <a:ln/>
        </p:spPr>
      </p:sp>
      <p:sp>
        <p:nvSpPr>
          <p:cNvPr id="104" name="problem face 8-2"/>
          <p:cNvSpPr/>
          <p:nvPr/>
        </p:nvSpPr>
        <p:spPr>
          <a:xfrm>
            <a:off x="8458200" y="4617720"/>
            <a:ext cx="310896" cy="310896"/>
          </a:xfrm>
          <a:prstGeom prst="roundRect">
            <a:avLst>
              <a:gd name="adj" fmla="val 20000"/>
            </a:avLst>
          </a:prstGeom>
          <a:solidFill>
            <a:schemeClr val="accent3"/>
          </a:solidFill>
          <a:ln/>
        </p:spPr>
      </p:sp>
      <p:sp>
        <p:nvSpPr>
          <p:cNvPr id="105" name="problem face 8-3"/>
          <p:cNvSpPr/>
          <p:nvPr/>
        </p:nvSpPr>
        <p:spPr>
          <a:xfrm>
            <a:off x="8823960" y="4617720"/>
            <a:ext cx="310896" cy="310896"/>
          </a:xfrm>
          <a:prstGeom prst="roundRect">
            <a:avLst>
              <a:gd name="adj" fmla="val 20000"/>
            </a:avLst>
          </a:prstGeom>
          <a:solidFill>
            <a:schemeClr val="accent3"/>
          </a:solidFill>
          <a:ln/>
        </p:spPr>
      </p:sp>
      <p:sp>
        <p:nvSpPr>
          <p:cNvPr id="106" name="problem face 8-4"/>
          <p:cNvSpPr/>
          <p:nvPr/>
        </p:nvSpPr>
        <p:spPr>
          <a:xfrm>
            <a:off x="9189720" y="4617720"/>
            <a:ext cx="310896" cy="310896"/>
          </a:xfrm>
          <a:prstGeom prst="roundRect">
            <a:avLst>
              <a:gd name="adj" fmla="val 20000"/>
            </a:avLst>
          </a:prstGeom>
          <a:solidFill>
            <a:schemeClr val="accent3"/>
          </a:solidFill>
          <a:ln/>
        </p:spPr>
      </p:sp>
      <p:sp>
        <p:nvSpPr>
          <p:cNvPr id="107" name="problem face 8-5"/>
          <p:cNvSpPr/>
          <p:nvPr/>
        </p:nvSpPr>
        <p:spPr>
          <a:xfrm>
            <a:off x="9555480" y="4617720"/>
            <a:ext cx="310896" cy="310896"/>
          </a:xfrm>
          <a:prstGeom prst="roundRect">
            <a:avLst>
              <a:gd name="adj" fmla="val 20000"/>
            </a:avLst>
          </a:prstGeom>
          <a:solidFill>
            <a:schemeClr val="accent3"/>
          </a:solidFill>
          <a:ln/>
        </p:spPr>
      </p:sp>
      <p:sp>
        <p:nvSpPr>
          <p:cNvPr id="108" name="problem face 8-6"/>
          <p:cNvSpPr/>
          <p:nvPr/>
        </p:nvSpPr>
        <p:spPr>
          <a:xfrm>
            <a:off x="9921240" y="4617720"/>
            <a:ext cx="310896" cy="310896"/>
          </a:xfrm>
          <a:prstGeom prst="roundRect">
            <a:avLst>
              <a:gd name="adj" fmla="val 20000"/>
            </a:avLst>
          </a:prstGeom>
          <a:solidFill>
            <a:schemeClr val="accent3"/>
          </a:solidFill>
          <a:ln/>
        </p:spPr>
      </p:sp>
      <p:sp>
        <p:nvSpPr>
          <p:cNvPr id="109" name="problem face 8-7"/>
          <p:cNvSpPr/>
          <p:nvPr/>
        </p:nvSpPr>
        <p:spPr>
          <a:xfrm>
            <a:off x="10287000" y="4617720"/>
            <a:ext cx="310896" cy="310896"/>
          </a:xfrm>
          <a:prstGeom prst="roundRect">
            <a:avLst>
              <a:gd name="adj" fmla="val 20000"/>
            </a:avLst>
          </a:prstGeom>
          <a:solidFill>
            <a:schemeClr val="accent1"/>
          </a:solidFill>
          <a:ln/>
        </p:spPr>
      </p:sp>
      <p:sp>
        <p:nvSpPr>
          <p:cNvPr id="110" name="problem face 8-8"/>
          <p:cNvSpPr/>
          <p:nvPr/>
        </p:nvSpPr>
        <p:spPr>
          <a:xfrm>
            <a:off x="10652760" y="4617720"/>
            <a:ext cx="310896" cy="310896"/>
          </a:xfrm>
          <a:prstGeom prst="roundRect">
            <a:avLst>
              <a:gd name="adj" fmla="val 20000"/>
            </a:avLst>
          </a:prstGeom>
          <a:solidFill>
            <a:schemeClr val="accent5"/>
          </a:solidFill>
          <a:ln/>
        </p:spPr>
      </p:sp>
      <p:sp>
        <p:nvSpPr>
          <p:cNvPr id="111" name="problem face 8-9"/>
          <p:cNvSpPr/>
          <p:nvPr/>
        </p:nvSpPr>
        <p:spPr>
          <a:xfrm>
            <a:off x="11018520" y="4617720"/>
            <a:ext cx="310896" cy="310896"/>
          </a:xfrm>
          <a:prstGeom prst="roundRect">
            <a:avLst>
              <a:gd name="adj" fmla="val 20000"/>
            </a:avLst>
          </a:prstGeom>
          <a:solidFill>
            <a:schemeClr val="accent5"/>
          </a:solidFill>
          <a:ln/>
        </p:spPr>
      </p:sp>
      <p:sp>
        <p:nvSpPr>
          <p:cNvPr id="112" name="problem face 9-0"/>
          <p:cNvSpPr/>
          <p:nvPr/>
        </p:nvSpPr>
        <p:spPr>
          <a:xfrm>
            <a:off x="7726680" y="4983480"/>
            <a:ext cx="310896" cy="310896"/>
          </a:xfrm>
          <a:prstGeom prst="roundRect">
            <a:avLst>
              <a:gd name="adj" fmla="val 20000"/>
            </a:avLst>
          </a:prstGeom>
          <a:solidFill>
            <a:schemeClr val="accent5"/>
          </a:solidFill>
          <a:ln/>
        </p:spPr>
      </p:sp>
      <p:sp>
        <p:nvSpPr>
          <p:cNvPr id="113" name="problem face 9-1"/>
          <p:cNvSpPr/>
          <p:nvPr/>
        </p:nvSpPr>
        <p:spPr>
          <a:xfrm>
            <a:off x="8092440" y="4983480"/>
            <a:ext cx="310896" cy="310896"/>
          </a:xfrm>
          <a:prstGeom prst="roundRect">
            <a:avLst>
              <a:gd name="adj" fmla="val 20000"/>
            </a:avLst>
          </a:prstGeom>
          <a:solidFill>
            <a:schemeClr val="accent1"/>
          </a:solidFill>
          <a:ln/>
        </p:spPr>
      </p:sp>
      <p:sp>
        <p:nvSpPr>
          <p:cNvPr id="114" name="problem face 9-2"/>
          <p:cNvSpPr/>
          <p:nvPr/>
        </p:nvSpPr>
        <p:spPr>
          <a:xfrm>
            <a:off x="8458200" y="4983480"/>
            <a:ext cx="310896" cy="310896"/>
          </a:xfrm>
          <a:prstGeom prst="roundRect">
            <a:avLst>
              <a:gd name="adj" fmla="val 20000"/>
            </a:avLst>
          </a:prstGeom>
          <a:solidFill>
            <a:schemeClr val="accent5"/>
          </a:solidFill>
          <a:ln/>
        </p:spPr>
      </p:sp>
      <p:sp>
        <p:nvSpPr>
          <p:cNvPr id="115" name="problem face 9-3"/>
          <p:cNvSpPr/>
          <p:nvPr/>
        </p:nvSpPr>
        <p:spPr>
          <a:xfrm>
            <a:off x="8823960" y="4983480"/>
            <a:ext cx="310896" cy="310896"/>
          </a:xfrm>
          <a:prstGeom prst="roundRect">
            <a:avLst>
              <a:gd name="adj" fmla="val 20000"/>
            </a:avLst>
          </a:prstGeom>
          <a:solidFill>
            <a:schemeClr val="accent5"/>
          </a:solidFill>
          <a:ln/>
        </p:spPr>
      </p:sp>
      <p:sp>
        <p:nvSpPr>
          <p:cNvPr id="116" name="problem face 9-4"/>
          <p:cNvSpPr/>
          <p:nvPr/>
        </p:nvSpPr>
        <p:spPr>
          <a:xfrm>
            <a:off x="9189720" y="4983480"/>
            <a:ext cx="310896" cy="310896"/>
          </a:xfrm>
          <a:prstGeom prst="roundRect">
            <a:avLst>
              <a:gd name="adj" fmla="val 20000"/>
            </a:avLst>
          </a:prstGeom>
          <a:solidFill>
            <a:schemeClr val="accent5"/>
          </a:solidFill>
          <a:ln/>
        </p:spPr>
      </p:sp>
      <p:sp>
        <p:nvSpPr>
          <p:cNvPr id="117" name="problem face 9-5"/>
          <p:cNvSpPr/>
          <p:nvPr/>
        </p:nvSpPr>
        <p:spPr>
          <a:xfrm>
            <a:off x="9555480" y="4983480"/>
            <a:ext cx="310896" cy="310896"/>
          </a:xfrm>
          <a:prstGeom prst="roundRect">
            <a:avLst>
              <a:gd name="adj" fmla="val 20000"/>
            </a:avLst>
          </a:prstGeom>
          <a:solidFill>
            <a:schemeClr val="accent5"/>
          </a:solidFill>
          <a:ln/>
        </p:spPr>
      </p:sp>
      <p:sp>
        <p:nvSpPr>
          <p:cNvPr id="118" name="problem face 9-6"/>
          <p:cNvSpPr/>
          <p:nvPr/>
        </p:nvSpPr>
        <p:spPr>
          <a:xfrm>
            <a:off x="9921240" y="4983480"/>
            <a:ext cx="310896" cy="310896"/>
          </a:xfrm>
          <a:prstGeom prst="roundRect">
            <a:avLst>
              <a:gd name="adj" fmla="val 20000"/>
            </a:avLst>
          </a:prstGeom>
          <a:solidFill>
            <a:schemeClr val="accent5"/>
          </a:solidFill>
          <a:ln/>
        </p:spPr>
      </p:sp>
      <p:sp>
        <p:nvSpPr>
          <p:cNvPr id="119" name="problem face 9-7"/>
          <p:cNvSpPr/>
          <p:nvPr/>
        </p:nvSpPr>
        <p:spPr>
          <a:xfrm>
            <a:off x="10287000" y="4983480"/>
            <a:ext cx="310896" cy="310896"/>
          </a:xfrm>
          <a:prstGeom prst="roundRect">
            <a:avLst>
              <a:gd name="adj" fmla="val 20000"/>
            </a:avLst>
          </a:prstGeom>
          <a:solidFill>
            <a:schemeClr val="accent5"/>
          </a:solidFill>
          <a:ln/>
        </p:spPr>
      </p:sp>
      <p:sp>
        <p:nvSpPr>
          <p:cNvPr id="120" name="problem face 9-8"/>
          <p:cNvSpPr/>
          <p:nvPr/>
        </p:nvSpPr>
        <p:spPr>
          <a:xfrm>
            <a:off x="10652760" y="4983480"/>
            <a:ext cx="310896" cy="310896"/>
          </a:xfrm>
          <a:prstGeom prst="roundRect">
            <a:avLst>
              <a:gd name="adj" fmla="val 20000"/>
            </a:avLst>
          </a:prstGeom>
          <a:solidFill>
            <a:schemeClr val="accent2"/>
          </a:solidFill>
          <a:ln/>
        </p:spPr>
      </p:sp>
      <p:sp>
        <p:nvSpPr>
          <p:cNvPr id="121" name="problem face 9-9"/>
          <p:cNvSpPr/>
          <p:nvPr/>
        </p:nvSpPr>
        <p:spPr>
          <a:xfrm>
            <a:off x="11018520" y="4983480"/>
            <a:ext cx="310896" cy="310896"/>
          </a:xfrm>
          <a:prstGeom prst="roundRect">
            <a:avLst>
              <a:gd name="adj" fmla="val 20000"/>
            </a:avLst>
          </a:prstGeom>
          <a:solidFill>
            <a:schemeClr val="accent5"/>
          </a:solidFill>
          <a:ln/>
        </p:spPr>
      </p:sp>
      <p:sp>
        <p:nvSpPr>
          <p:cNvPr id="122" name="face caption"/>
          <p:cNvSpPr txBox="1"/>
          <p:nvPr/>
        </p:nvSpPr>
        <p:spPr>
          <a:xfrm>
            <a:off x="7726680" y="5486400"/>
            <a:ext cx="3611880" cy="50292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Every orange tile is something private that leaves your device.</a:t>
            </a:r>
            <a:endParaRPr lang="en-US" sz="1400" dirty="0"/>
          </a:p>
        </p:txBody>
      </p:sp>
      <p:sp>
        <p:nvSpPr>
          <p:cNvPr id="123" name="principle card"/>
          <p:cNvSpPr/>
          <p:nvPr/>
        </p:nvSpPr>
        <p:spPr>
          <a:xfrm>
            <a:off x="640080" y="5440680"/>
            <a:ext cx="6400800" cy="731520"/>
          </a:xfrm>
          <a:prstGeom prst="roundRect">
            <a:avLst>
              <a:gd name="adj" fmla="val 17500"/>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24" name="principle"/>
          <p:cNvSpPr txBox="1"/>
          <p:nvPr/>
        </p:nvSpPr>
        <p:spPr>
          <a:xfrm>
            <a:off x="868680" y="5559552"/>
            <a:ext cx="6035040" cy="50292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Compute what is sensitive </a:t>
            </a:r>
            <a:pPr indent="0" marL="0">
              <a:buNone/>
            </a:pPr>
            <a:r>
              <a:rPr lang="en-US" sz="1600" b="1" dirty="0">
                <a:solidFill>
                  <a:schemeClr val="accent1"/>
                </a:solidFill>
                <a:latin typeface="Arial" pitchFamily="34" charset="0"/>
                <a:ea typeface="Arial" pitchFamily="34" charset="-122"/>
                <a:cs typeface="Arial" pitchFamily="34" charset="-120"/>
              </a:rPr>
              <a:t>locally</a:t>
            </a:r>
            <a:pPr indent="0" marL="0">
              <a:buNone/>
            </a:pPr>
            <a:r>
              <a:rPr lang="en-US" sz="1600" b="1" dirty="0">
                <a:solidFill>
                  <a:schemeClr val="tx1"/>
                </a:solidFill>
                <a:latin typeface="Arial" pitchFamily="34" charset="0"/>
                <a:ea typeface="Arial" pitchFamily="34" charset="-122"/>
                <a:cs typeface="Arial" pitchFamily="34" charset="-120"/>
              </a:rPr>
              <a:t>. Reason globally only on sanitized data.</a:t>
            </a:r>
            <a:endParaRPr lang="en-US" sz="16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640080" y="457200"/>
            <a:ext cx="9326880" cy="100584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Every step is cleaned </a:t>
            </a:r>
            <a:pPr indent="0" marL="0">
              <a:buNone/>
            </a:pPr>
            <a:r>
              <a:rPr lang="en-US" sz="3800" b="1" dirty="0">
                <a:solidFill>
                  <a:schemeClr val="accent1"/>
                </a:solidFill>
                <a:latin typeface="Arial" pitchFamily="34" charset="0"/>
                <a:ea typeface="Arial" pitchFamily="34" charset="-122"/>
                <a:cs typeface="Arial" pitchFamily="34" charset="-120"/>
              </a:rPr>
              <a:t>before the AI</a:t>
            </a:r>
            <a:endParaRPr lang="en-US" sz="3800" dirty="0"/>
          </a:p>
        </p:txBody>
      </p:sp>
      <p:sp>
        <p:nvSpPr>
          <p:cNvPr id="4" name="corner pixel 0-0"/>
          <p:cNvSpPr/>
          <p:nvPr/>
        </p:nvSpPr>
        <p:spPr>
          <a:xfrm>
            <a:off x="10607040" y="502920"/>
            <a:ext cx="274320" cy="274320"/>
          </a:xfrm>
          <a:prstGeom prst="roundRect">
            <a:avLst>
              <a:gd name="adj" fmla="val 20000"/>
            </a:avLst>
          </a:prstGeom>
          <a:solidFill>
            <a:schemeClr val="accent1"/>
          </a:solidFill>
          <a:ln/>
        </p:spPr>
      </p:sp>
      <p:sp>
        <p:nvSpPr>
          <p:cNvPr id="5" name="corner pixel 0-1"/>
          <p:cNvSpPr/>
          <p:nvPr/>
        </p:nvSpPr>
        <p:spPr>
          <a:xfrm>
            <a:off x="10607040" y="832104"/>
            <a:ext cx="274320" cy="274320"/>
          </a:xfrm>
          <a:prstGeom prst="roundRect">
            <a:avLst>
              <a:gd name="adj" fmla="val 20000"/>
            </a:avLst>
          </a:prstGeom>
          <a:solidFill>
            <a:schemeClr val="accent5"/>
          </a:solidFill>
          <a:ln/>
        </p:spPr>
      </p:sp>
      <p:sp>
        <p:nvSpPr>
          <p:cNvPr id="6" name="corner pixel 1-0"/>
          <p:cNvSpPr/>
          <p:nvPr/>
        </p:nvSpPr>
        <p:spPr>
          <a:xfrm>
            <a:off x="10936224" y="502920"/>
            <a:ext cx="274320" cy="274320"/>
          </a:xfrm>
          <a:prstGeom prst="roundRect">
            <a:avLst>
              <a:gd name="adj" fmla="val 20000"/>
            </a:avLst>
          </a:prstGeom>
          <a:solidFill>
            <a:schemeClr val="accent5"/>
          </a:solidFill>
          <a:ln/>
        </p:spPr>
      </p:sp>
      <p:sp>
        <p:nvSpPr>
          <p:cNvPr id="7" name="corner pixel 1-1"/>
          <p:cNvSpPr/>
          <p:nvPr/>
        </p:nvSpPr>
        <p:spPr>
          <a:xfrm>
            <a:off x="10936224" y="832104"/>
            <a:ext cx="274320" cy="274320"/>
          </a:xfrm>
          <a:prstGeom prst="roundRect">
            <a:avLst>
              <a:gd name="adj" fmla="val 20000"/>
            </a:avLst>
          </a:prstGeom>
          <a:solidFill>
            <a:schemeClr val="accent4"/>
          </a:solidFill>
          <a:ln/>
        </p:spPr>
      </p:sp>
      <p:sp>
        <p:nvSpPr>
          <p:cNvPr id="8" name="corner pixel 2-0"/>
          <p:cNvSpPr/>
          <p:nvPr/>
        </p:nvSpPr>
        <p:spPr>
          <a:xfrm>
            <a:off x="11265408" y="502920"/>
            <a:ext cx="274320" cy="274320"/>
          </a:xfrm>
          <a:prstGeom prst="roundRect">
            <a:avLst>
              <a:gd name="adj" fmla="val 20000"/>
            </a:avLst>
          </a:prstGeom>
          <a:solidFill>
            <a:schemeClr val="accent4"/>
          </a:solidFill>
          <a:ln/>
        </p:spPr>
      </p:sp>
      <p:sp>
        <p:nvSpPr>
          <p:cNvPr id="9" name="corner pixel 2-1"/>
          <p:cNvSpPr/>
          <p:nvPr/>
        </p:nvSpPr>
        <p:spPr>
          <a:xfrm>
            <a:off x="11265408" y="832104"/>
            <a:ext cx="274320" cy="274320"/>
          </a:xfrm>
          <a:prstGeom prst="roundRect">
            <a:avLst>
              <a:gd name="adj" fmla="val 20000"/>
            </a:avLst>
          </a:prstGeom>
          <a:solidFill>
            <a:schemeClr val="accent2"/>
          </a:solidFill>
          <a:ln/>
        </p:spPr>
      </p:sp>
      <p:sp>
        <p:nvSpPr>
          <p:cNvPr id="10" name="step card 1"/>
          <p:cNvSpPr/>
          <p:nvPr/>
        </p:nvSpPr>
        <p:spPr>
          <a:xfrm>
            <a:off x="566928" y="1783080"/>
            <a:ext cx="1691640" cy="2423160"/>
          </a:xfrm>
          <a:prstGeom prst="roundRect">
            <a:avLst>
              <a:gd name="adj" fmla="val 7568"/>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1" name="step number 1"/>
          <p:cNvSpPr/>
          <p:nvPr/>
        </p:nvSpPr>
        <p:spPr>
          <a:xfrm>
            <a:off x="749808" y="1965960"/>
            <a:ext cx="457200" cy="457200"/>
          </a:xfrm>
          <a:prstGeom prst="roundRect">
            <a:avLst>
              <a:gd name="adj" fmla="val 22000"/>
            </a:avLst>
          </a:prstGeom>
          <a:solidFill>
            <a:schemeClr val="accent1"/>
          </a:solidFill>
          <a:ln/>
        </p:spPr>
      </p:sp>
      <p:sp>
        <p:nvSpPr>
          <p:cNvPr id="12" name="step number 1 label"/>
          <p:cNvSpPr txBox="1"/>
          <p:nvPr/>
        </p:nvSpPr>
        <p:spPr>
          <a:xfrm>
            <a:off x="749808" y="19659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1</a:t>
            </a:r>
            <a:endParaRPr lang="en-US" sz="1800" dirty="0"/>
          </a:p>
        </p:txBody>
      </p:sp>
      <p:sp>
        <p:nvSpPr>
          <p:cNvPr id="13" name="step title 1"/>
          <p:cNvSpPr txBox="1"/>
          <p:nvPr/>
        </p:nvSpPr>
        <p:spPr>
          <a:xfrm>
            <a:off x="749808" y="2578608"/>
            <a:ext cx="1371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Look</a:t>
            </a:r>
            <a:endParaRPr lang="en-US" sz="1800" dirty="0"/>
          </a:p>
        </p:txBody>
      </p:sp>
      <p:sp>
        <p:nvSpPr>
          <p:cNvPr id="14" name="step body 1"/>
          <p:cNvSpPr txBox="1"/>
          <p:nvPr/>
        </p:nvSpPr>
        <p:spPr>
          <a:xfrm>
            <a:off x="749808" y="2999232"/>
            <a:ext cx="1371600" cy="10972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Reads the page, form fields and a screenshot</a:t>
            </a:r>
            <a:endParaRPr lang="en-US" sz="1400" dirty="0"/>
          </a:p>
        </p:txBody>
      </p:sp>
      <p:sp>
        <p:nvSpPr>
          <p:cNvPr id="15" name="step card 2"/>
          <p:cNvSpPr/>
          <p:nvPr/>
        </p:nvSpPr>
        <p:spPr>
          <a:xfrm>
            <a:off x="2441448" y="1783080"/>
            <a:ext cx="1691640" cy="2423160"/>
          </a:xfrm>
          <a:prstGeom prst="roundRect">
            <a:avLst>
              <a:gd name="adj" fmla="val 7568"/>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6" name="step number 2"/>
          <p:cNvSpPr/>
          <p:nvPr/>
        </p:nvSpPr>
        <p:spPr>
          <a:xfrm>
            <a:off x="2624328" y="1965960"/>
            <a:ext cx="457200" cy="457200"/>
          </a:xfrm>
          <a:prstGeom prst="roundRect">
            <a:avLst>
              <a:gd name="adj" fmla="val 22000"/>
            </a:avLst>
          </a:prstGeom>
          <a:solidFill>
            <a:schemeClr val="accent1"/>
          </a:solidFill>
          <a:ln/>
        </p:spPr>
      </p:sp>
      <p:sp>
        <p:nvSpPr>
          <p:cNvPr id="17" name="step number 2 label"/>
          <p:cNvSpPr txBox="1"/>
          <p:nvPr/>
        </p:nvSpPr>
        <p:spPr>
          <a:xfrm>
            <a:off x="2624328" y="19659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2</a:t>
            </a:r>
            <a:endParaRPr lang="en-US" sz="1800" dirty="0"/>
          </a:p>
        </p:txBody>
      </p:sp>
      <p:sp>
        <p:nvSpPr>
          <p:cNvPr id="18" name="step title 2"/>
          <p:cNvSpPr txBox="1"/>
          <p:nvPr/>
        </p:nvSpPr>
        <p:spPr>
          <a:xfrm>
            <a:off x="2624328" y="2578608"/>
            <a:ext cx="1371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Detect</a:t>
            </a:r>
            <a:endParaRPr lang="en-US" sz="1800" dirty="0"/>
          </a:p>
        </p:txBody>
      </p:sp>
      <p:sp>
        <p:nvSpPr>
          <p:cNvPr id="19" name="step body 2"/>
          <p:cNvSpPr txBox="1"/>
          <p:nvPr/>
        </p:nvSpPr>
        <p:spPr>
          <a:xfrm>
            <a:off x="2624328" y="2999232"/>
            <a:ext cx="1371600" cy="10972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Checksums, page structure, context rules, faces</a:t>
            </a:r>
            <a:endParaRPr lang="en-US" sz="1400" dirty="0"/>
          </a:p>
        </p:txBody>
      </p:sp>
      <p:sp>
        <p:nvSpPr>
          <p:cNvPr id="20" name="step card 3"/>
          <p:cNvSpPr/>
          <p:nvPr/>
        </p:nvSpPr>
        <p:spPr>
          <a:xfrm>
            <a:off x="4315968" y="1783080"/>
            <a:ext cx="1691640" cy="2423160"/>
          </a:xfrm>
          <a:prstGeom prst="roundRect">
            <a:avLst>
              <a:gd name="adj" fmla="val 7568"/>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21" name="step number 3"/>
          <p:cNvSpPr/>
          <p:nvPr/>
        </p:nvSpPr>
        <p:spPr>
          <a:xfrm>
            <a:off x="4498848" y="1965960"/>
            <a:ext cx="457200" cy="457200"/>
          </a:xfrm>
          <a:prstGeom prst="roundRect">
            <a:avLst>
              <a:gd name="adj" fmla="val 22000"/>
            </a:avLst>
          </a:prstGeom>
          <a:solidFill>
            <a:schemeClr val="accent1"/>
          </a:solidFill>
          <a:ln/>
        </p:spPr>
      </p:sp>
      <p:sp>
        <p:nvSpPr>
          <p:cNvPr id="22" name="step number 3 label"/>
          <p:cNvSpPr txBox="1"/>
          <p:nvPr/>
        </p:nvSpPr>
        <p:spPr>
          <a:xfrm>
            <a:off x="4498848" y="19659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3</a:t>
            </a:r>
            <a:endParaRPr lang="en-US" sz="1800" dirty="0"/>
          </a:p>
        </p:txBody>
      </p:sp>
      <p:sp>
        <p:nvSpPr>
          <p:cNvPr id="23" name="step title 3"/>
          <p:cNvSpPr txBox="1"/>
          <p:nvPr/>
        </p:nvSpPr>
        <p:spPr>
          <a:xfrm>
            <a:off x="4498848" y="2578608"/>
            <a:ext cx="1371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Hide</a:t>
            </a:r>
            <a:endParaRPr lang="en-US" sz="1800" dirty="0"/>
          </a:p>
        </p:txBody>
      </p:sp>
      <p:sp>
        <p:nvSpPr>
          <p:cNvPr id="24" name="step body 3"/>
          <p:cNvSpPr txBox="1"/>
          <p:nvPr/>
        </p:nvSpPr>
        <p:spPr>
          <a:xfrm>
            <a:off x="4498848" y="2999232"/>
            <a:ext cx="1371600" cy="10972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Placeholders in text, solid black in images</a:t>
            </a:r>
            <a:endParaRPr lang="en-US" sz="1400" dirty="0"/>
          </a:p>
        </p:txBody>
      </p:sp>
      <p:sp>
        <p:nvSpPr>
          <p:cNvPr id="25" name="step card 4"/>
          <p:cNvSpPr/>
          <p:nvPr/>
        </p:nvSpPr>
        <p:spPr>
          <a:xfrm>
            <a:off x="6190488" y="1783080"/>
            <a:ext cx="1691640" cy="2423160"/>
          </a:xfrm>
          <a:prstGeom prst="roundRect">
            <a:avLst>
              <a:gd name="adj" fmla="val 7568"/>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26" name="step number 4"/>
          <p:cNvSpPr/>
          <p:nvPr/>
        </p:nvSpPr>
        <p:spPr>
          <a:xfrm>
            <a:off x="6373368" y="1965960"/>
            <a:ext cx="457200" cy="457200"/>
          </a:xfrm>
          <a:prstGeom prst="roundRect">
            <a:avLst>
              <a:gd name="adj" fmla="val 22000"/>
            </a:avLst>
          </a:prstGeom>
          <a:solidFill>
            <a:schemeClr val="accent1"/>
          </a:solidFill>
          <a:ln/>
        </p:spPr>
      </p:sp>
      <p:sp>
        <p:nvSpPr>
          <p:cNvPr id="27" name="step number 4 label"/>
          <p:cNvSpPr txBox="1"/>
          <p:nvPr/>
        </p:nvSpPr>
        <p:spPr>
          <a:xfrm>
            <a:off x="6373368" y="19659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4</a:t>
            </a:r>
            <a:endParaRPr lang="en-US" sz="1800" dirty="0"/>
          </a:p>
        </p:txBody>
      </p:sp>
      <p:sp>
        <p:nvSpPr>
          <p:cNvPr id="28" name="step title 4"/>
          <p:cNvSpPr txBox="1"/>
          <p:nvPr/>
        </p:nvSpPr>
        <p:spPr>
          <a:xfrm>
            <a:off x="6373368" y="2578608"/>
            <a:ext cx="1371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Check</a:t>
            </a:r>
            <a:endParaRPr lang="en-US" sz="1800" dirty="0"/>
          </a:p>
        </p:txBody>
      </p:sp>
      <p:sp>
        <p:nvSpPr>
          <p:cNvPr id="29" name="step body 4"/>
          <p:cNvSpPr txBox="1"/>
          <p:nvPr/>
        </p:nvSpPr>
        <p:spPr>
          <a:xfrm>
            <a:off x="6373368" y="2999232"/>
            <a:ext cx="1371600" cy="10972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 guard blocks anything unhidden. Fails closed</a:t>
            </a:r>
            <a:endParaRPr lang="en-US" sz="1400" dirty="0"/>
          </a:p>
        </p:txBody>
      </p:sp>
      <p:sp>
        <p:nvSpPr>
          <p:cNvPr id="30" name="step card 5"/>
          <p:cNvSpPr/>
          <p:nvPr/>
        </p:nvSpPr>
        <p:spPr>
          <a:xfrm>
            <a:off x="8065008" y="1783080"/>
            <a:ext cx="1691640" cy="2423160"/>
          </a:xfrm>
          <a:prstGeom prst="roundRect">
            <a:avLst>
              <a:gd name="adj" fmla="val 7568"/>
            </a:avLst>
          </a:prstGeom>
          <a:solidFill>
            <a:schemeClr val="accent1"/>
          </a:solidFill>
          <a:ln w="9525">
            <a:solidFill>
              <a:schemeClr val="accent1"/>
            </a:solidFill>
            <a:prstDash val="solid"/>
          </a:ln>
          <a:effectLst>
            <a:outerShdw sx="100000" sy="100000" kx="0" ky="0" algn="bl" rotWithShape="0" blurRad="127000" dist="25400" dir="5400000">
              <a:srgbClr val="000000">
                <a:alpha val="10000"/>
              </a:srgbClr>
            </a:outerShdw>
          </a:effectLst>
        </p:spPr>
      </p:sp>
      <p:sp>
        <p:nvSpPr>
          <p:cNvPr id="31" name="step number 5"/>
          <p:cNvSpPr/>
          <p:nvPr/>
        </p:nvSpPr>
        <p:spPr>
          <a:xfrm>
            <a:off x="8247888" y="1965960"/>
            <a:ext cx="457200" cy="457200"/>
          </a:xfrm>
          <a:prstGeom prst="roundRect">
            <a:avLst>
              <a:gd name="adj" fmla="val 22000"/>
            </a:avLst>
          </a:prstGeom>
          <a:solidFill>
            <a:schemeClr val="accent6"/>
          </a:solidFill>
          <a:ln/>
        </p:spPr>
      </p:sp>
      <p:sp>
        <p:nvSpPr>
          <p:cNvPr id="32" name="step number 5 label"/>
          <p:cNvSpPr txBox="1"/>
          <p:nvPr/>
        </p:nvSpPr>
        <p:spPr>
          <a:xfrm>
            <a:off x="8247888" y="19659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5</a:t>
            </a:r>
            <a:endParaRPr lang="en-US" sz="1800" dirty="0"/>
          </a:p>
        </p:txBody>
      </p:sp>
      <p:sp>
        <p:nvSpPr>
          <p:cNvPr id="33" name="step title 5"/>
          <p:cNvSpPr txBox="1"/>
          <p:nvPr/>
        </p:nvSpPr>
        <p:spPr>
          <a:xfrm>
            <a:off x="8247888" y="2578608"/>
            <a:ext cx="1371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Decide</a:t>
            </a:r>
            <a:endParaRPr lang="en-US" sz="1800" dirty="0"/>
          </a:p>
        </p:txBody>
      </p:sp>
      <p:sp>
        <p:nvSpPr>
          <p:cNvPr id="34" name="step body 5"/>
          <p:cNvSpPr txBox="1"/>
          <p:nvPr/>
        </p:nvSpPr>
        <p:spPr>
          <a:xfrm>
            <a:off x="8247888" y="2999232"/>
            <a:ext cx="137160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The AI picks one action from the clean view</a:t>
            </a:r>
            <a:endParaRPr lang="en-US" sz="1400" dirty="0"/>
          </a:p>
        </p:txBody>
      </p:sp>
      <p:sp>
        <p:nvSpPr>
          <p:cNvPr id="35" name="step card 6"/>
          <p:cNvSpPr/>
          <p:nvPr/>
        </p:nvSpPr>
        <p:spPr>
          <a:xfrm>
            <a:off x="9939528" y="1783080"/>
            <a:ext cx="1691640" cy="2423160"/>
          </a:xfrm>
          <a:prstGeom prst="roundRect">
            <a:avLst>
              <a:gd name="adj" fmla="val 7568"/>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36" name="step number 6"/>
          <p:cNvSpPr/>
          <p:nvPr/>
        </p:nvSpPr>
        <p:spPr>
          <a:xfrm>
            <a:off x="10122408" y="1965960"/>
            <a:ext cx="457200" cy="457200"/>
          </a:xfrm>
          <a:prstGeom prst="roundRect">
            <a:avLst>
              <a:gd name="adj" fmla="val 22000"/>
            </a:avLst>
          </a:prstGeom>
          <a:solidFill>
            <a:schemeClr val="accent1"/>
          </a:solidFill>
          <a:ln/>
        </p:spPr>
      </p:sp>
      <p:sp>
        <p:nvSpPr>
          <p:cNvPr id="37" name="step number 6 label"/>
          <p:cNvSpPr txBox="1"/>
          <p:nvPr/>
        </p:nvSpPr>
        <p:spPr>
          <a:xfrm>
            <a:off x="10122408" y="19659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6</a:t>
            </a:r>
            <a:endParaRPr lang="en-US" sz="1800" dirty="0"/>
          </a:p>
        </p:txBody>
      </p:sp>
      <p:sp>
        <p:nvSpPr>
          <p:cNvPr id="38" name="step title 6"/>
          <p:cNvSpPr txBox="1"/>
          <p:nvPr/>
        </p:nvSpPr>
        <p:spPr>
          <a:xfrm>
            <a:off x="10122408" y="2578608"/>
            <a:ext cx="1371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Act</a:t>
            </a:r>
            <a:endParaRPr lang="en-US" sz="1800" dirty="0"/>
          </a:p>
        </p:txBody>
      </p:sp>
      <p:sp>
        <p:nvSpPr>
          <p:cNvPr id="39" name="step body 6"/>
          <p:cNvSpPr txBox="1"/>
          <p:nvPr/>
        </p:nvSpPr>
        <p:spPr>
          <a:xfrm>
            <a:off x="10122408" y="2999232"/>
            <a:ext cx="1371600" cy="10972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We validate, ask you, then type real values locally</a:t>
            </a:r>
            <a:endParaRPr lang="en-US" sz="1400" dirty="0"/>
          </a:p>
        </p:txBody>
      </p:sp>
      <p:sp>
        <p:nvSpPr>
          <p:cNvPr id="40" name="local card"/>
          <p:cNvSpPr/>
          <p:nvPr/>
        </p:nvSpPr>
        <p:spPr>
          <a:xfrm>
            <a:off x="566928" y="4526280"/>
            <a:ext cx="5394960" cy="1600200"/>
          </a:xfrm>
          <a:prstGeom prst="roundRect">
            <a:avLst>
              <a:gd name="adj" fmla="val 8000"/>
            </a:avLst>
          </a:prstGeom>
          <a:solidFill>
            <a:schemeClr val="accent6"/>
          </a:solidFill>
          <a:ln/>
        </p:spPr>
      </p:sp>
      <p:sp>
        <p:nvSpPr>
          <p:cNvPr id="41" name="local head"/>
          <p:cNvSpPr txBox="1"/>
          <p:nvPr/>
        </p:nvSpPr>
        <p:spPr>
          <a:xfrm>
            <a:off x="822960" y="4681728"/>
            <a:ext cx="4846320" cy="365760"/>
          </a:xfrm>
          <a:prstGeom prst="rect">
            <a:avLst/>
          </a:prstGeom>
          <a:noFill/>
          <a:ln/>
        </p:spPr>
        <p:txBody>
          <a:bodyPr wrap="square" lIns="0" tIns="0" rIns="0" bIns="0" rtlCol="0" anchor="t"/>
          <a:lstStyle/>
          <a:p>
            <a:pPr indent="0" marL="0">
              <a:buNone/>
            </a:pPr>
            <a:r>
              <a:rPr lang="en-US" sz="1800" b="1" dirty="0">
                <a:solidFill>
                  <a:schemeClr val="accent2"/>
                </a:solidFill>
                <a:latin typeface="Arial" pitchFamily="34" charset="0"/>
                <a:ea typeface="Arial" pitchFamily="34" charset="-122"/>
                <a:cs typeface="Arial" pitchFamily="34" charset="-120"/>
              </a:rPr>
              <a:t>Stays on your computer</a:t>
            </a:r>
            <a:endParaRPr lang="en-US" sz="1800" dirty="0"/>
          </a:p>
        </p:txBody>
      </p:sp>
      <p:sp>
        <p:nvSpPr>
          <p:cNvPr id="42" name="local body"/>
          <p:cNvSpPr txBox="1"/>
          <p:nvPr/>
        </p:nvSpPr>
        <p:spPr>
          <a:xfrm>
            <a:off x="822960" y="5120640"/>
            <a:ext cx="4846320" cy="86868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Real values, held in memory only. The real screenshot. Your saved card, typed in locally.</a:t>
            </a:r>
            <a:endParaRPr lang="en-US" sz="1400" dirty="0"/>
          </a:p>
        </p:txBody>
      </p:sp>
      <p:sp>
        <p:nvSpPr>
          <p:cNvPr id="43" name="ai card"/>
          <p:cNvSpPr/>
          <p:nvPr/>
        </p:nvSpPr>
        <p:spPr>
          <a:xfrm>
            <a:off x="6236208" y="4526280"/>
            <a:ext cx="5394960" cy="1600200"/>
          </a:xfrm>
          <a:prstGeom prst="roundRect">
            <a:avLst>
              <a:gd name="adj" fmla="val 8000"/>
            </a:avLst>
          </a:prstGeom>
          <a:solidFill>
            <a:schemeClr val="accent2"/>
          </a:solidFill>
          <a:ln/>
        </p:spPr>
      </p:sp>
      <p:sp>
        <p:nvSpPr>
          <p:cNvPr id="44" name="ai head"/>
          <p:cNvSpPr txBox="1"/>
          <p:nvPr/>
        </p:nvSpPr>
        <p:spPr>
          <a:xfrm>
            <a:off x="6492240" y="4681728"/>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What the AI receives</a:t>
            </a:r>
            <a:endParaRPr lang="en-US" sz="1800" dirty="0"/>
          </a:p>
        </p:txBody>
      </p:sp>
      <p:sp>
        <p:nvSpPr>
          <p:cNvPr id="45" name="ai body"/>
          <p:cNvSpPr txBox="1"/>
          <p:nvPr/>
        </p:nvSpPr>
        <p:spPr>
          <a:xfrm>
            <a:off x="6492240" y="5120640"/>
            <a:ext cx="4846320" cy="8686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Placeholders like [REDACTED:CARD#1], page structure and labels. Text only. Never the screenshot.</a:t>
            </a:r>
            <a:endParaRPr lang="en-US" sz="14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640080" y="457200"/>
            <a:ext cx="9326880" cy="100584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Six things that make it </a:t>
            </a:r>
            <a:pPr indent="0" marL="0">
              <a:buNone/>
            </a:pPr>
            <a:r>
              <a:rPr lang="en-US" sz="3800" b="1" dirty="0">
                <a:solidFill>
                  <a:schemeClr val="accent1"/>
                </a:solidFill>
                <a:latin typeface="Arial" pitchFamily="34" charset="0"/>
                <a:ea typeface="Arial" pitchFamily="34" charset="-122"/>
                <a:cs typeface="Arial" pitchFamily="34" charset="-120"/>
              </a:rPr>
              <a:t>different</a:t>
            </a:r>
            <a:endParaRPr lang="en-US" sz="3800" dirty="0"/>
          </a:p>
        </p:txBody>
      </p:sp>
      <p:sp>
        <p:nvSpPr>
          <p:cNvPr id="4" name="corner pixel 0-0"/>
          <p:cNvSpPr/>
          <p:nvPr/>
        </p:nvSpPr>
        <p:spPr>
          <a:xfrm>
            <a:off x="10607040" y="502920"/>
            <a:ext cx="274320" cy="274320"/>
          </a:xfrm>
          <a:prstGeom prst="roundRect">
            <a:avLst>
              <a:gd name="adj" fmla="val 20000"/>
            </a:avLst>
          </a:prstGeom>
          <a:solidFill>
            <a:schemeClr val="accent1"/>
          </a:solidFill>
          <a:ln/>
        </p:spPr>
      </p:sp>
      <p:sp>
        <p:nvSpPr>
          <p:cNvPr id="5" name="corner pixel 0-1"/>
          <p:cNvSpPr/>
          <p:nvPr/>
        </p:nvSpPr>
        <p:spPr>
          <a:xfrm>
            <a:off x="10607040" y="832104"/>
            <a:ext cx="274320" cy="274320"/>
          </a:xfrm>
          <a:prstGeom prst="roundRect">
            <a:avLst>
              <a:gd name="adj" fmla="val 20000"/>
            </a:avLst>
          </a:prstGeom>
          <a:solidFill>
            <a:schemeClr val="accent5"/>
          </a:solidFill>
          <a:ln/>
        </p:spPr>
      </p:sp>
      <p:sp>
        <p:nvSpPr>
          <p:cNvPr id="6" name="corner pixel 1-0"/>
          <p:cNvSpPr/>
          <p:nvPr/>
        </p:nvSpPr>
        <p:spPr>
          <a:xfrm>
            <a:off x="10936224" y="502920"/>
            <a:ext cx="274320" cy="274320"/>
          </a:xfrm>
          <a:prstGeom prst="roundRect">
            <a:avLst>
              <a:gd name="adj" fmla="val 20000"/>
            </a:avLst>
          </a:prstGeom>
          <a:solidFill>
            <a:schemeClr val="accent5"/>
          </a:solidFill>
          <a:ln/>
        </p:spPr>
      </p:sp>
      <p:sp>
        <p:nvSpPr>
          <p:cNvPr id="7" name="corner pixel 1-1"/>
          <p:cNvSpPr/>
          <p:nvPr/>
        </p:nvSpPr>
        <p:spPr>
          <a:xfrm>
            <a:off x="10936224" y="832104"/>
            <a:ext cx="274320" cy="274320"/>
          </a:xfrm>
          <a:prstGeom prst="roundRect">
            <a:avLst>
              <a:gd name="adj" fmla="val 20000"/>
            </a:avLst>
          </a:prstGeom>
          <a:solidFill>
            <a:schemeClr val="accent4"/>
          </a:solidFill>
          <a:ln/>
        </p:spPr>
      </p:sp>
      <p:sp>
        <p:nvSpPr>
          <p:cNvPr id="8" name="corner pixel 2-0"/>
          <p:cNvSpPr/>
          <p:nvPr/>
        </p:nvSpPr>
        <p:spPr>
          <a:xfrm>
            <a:off x="11265408" y="502920"/>
            <a:ext cx="274320" cy="274320"/>
          </a:xfrm>
          <a:prstGeom prst="roundRect">
            <a:avLst>
              <a:gd name="adj" fmla="val 20000"/>
            </a:avLst>
          </a:prstGeom>
          <a:solidFill>
            <a:schemeClr val="accent4"/>
          </a:solidFill>
          <a:ln/>
        </p:spPr>
      </p:sp>
      <p:sp>
        <p:nvSpPr>
          <p:cNvPr id="9" name="corner pixel 2-1"/>
          <p:cNvSpPr/>
          <p:nvPr/>
        </p:nvSpPr>
        <p:spPr>
          <a:xfrm>
            <a:off x="11265408" y="832104"/>
            <a:ext cx="274320" cy="274320"/>
          </a:xfrm>
          <a:prstGeom prst="roundRect">
            <a:avLst>
              <a:gd name="adj" fmla="val 20000"/>
            </a:avLst>
          </a:prstGeom>
          <a:solidFill>
            <a:schemeClr val="accent2"/>
          </a:solidFill>
          <a:ln/>
        </p:spPr>
      </p:sp>
      <p:sp>
        <p:nvSpPr>
          <p:cNvPr id="10" name="usp card 1"/>
          <p:cNvSpPr/>
          <p:nvPr/>
        </p:nvSpPr>
        <p:spPr>
          <a:xfrm>
            <a:off x="566928" y="1783080"/>
            <a:ext cx="3474720" cy="2011680"/>
          </a:xfrm>
          <a:prstGeom prst="roundRect">
            <a:avLst>
              <a:gd name="adj" fmla="val 6364"/>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1" name="usp number 1"/>
          <p:cNvSpPr/>
          <p:nvPr/>
        </p:nvSpPr>
        <p:spPr>
          <a:xfrm>
            <a:off x="822960" y="2011680"/>
            <a:ext cx="457200" cy="457200"/>
          </a:xfrm>
          <a:prstGeom prst="roundRect">
            <a:avLst>
              <a:gd name="adj" fmla="val 22000"/>
            </a:avLst>
          </a:prstGeom>
          <a:solidFill>
            <a:schemeClr val="accent1"/>
          </a:solidFill>
          <a:ln/>
        </p:spPr>
      </p:sp>
      <p:sp>
        <p:nvSpPr>
          <p:cNvPr id="12" name="usp number 1 label"/>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1</a:t>
            </a:r>
            <a:endParaRPr lang="en-US" sz="1800" dirty="0"/>
          </a:p>
        </p:txBody>
      </p:sp>
      <p:sp>
        <p:nvSpPr>
          <p:cNvPr id="13" name="usp title 1"/>
          <p:cNvSpPr txBox="1"/>
          <p:nvPr/>
        </p:nvSpPr>
        <p:spPr>
          <a:xfrm>
            <a:off x="822960" y="260604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Defense in depth</a:t>
            </a:r>
            <a:endParaRPr lang="en-US" sz="1800" dirty="0"/>
          </a:p>
        </p:txBody>
      </p:sp>
      <p:sp>
        <p:nvSpPr>
          <p:cNvPr id="14" name="usp body 1"/>
          <p:cNvSpPr txBox="1"/>
          <p:nvPr/>
        </p:nvSpPr>
        <p:spPr>
          <a:xfrm>
            <a:off x="822960" y="2990088"/>
            <a:ext cx="2971800" cy="73152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Checksums (Luhn, Verhoeff), page structure, context and faces work together.</a:t>
            </a:r>
            <a:endParaRPr lang="en-US" sz="1400" dirty="0"/>
          </a:p>
        </p:txBody>
      </p:sp>
      <p:sp>
        <p:nvSpPr>
          <p:cNvPr id="15" name="usp card 2"/>
          <p:cNvSpPr/>
          <p:nvPr/>
        </p:nvSpPr>
        <p:spPr>
          <a:xfrm>
            <a:off x="4361688" y="1783080"/>
            <a:ext cx="3474720" cy="2011680"/>
          </a:xfrm>
          <a:prstGeom prst="roundRect">
            <a:avLst>
              <a:gd name="adj" fmla="val 6364"/>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6" name="usp number 2"/>
          <p:cNvSpPr/>
          <p:nvPr/>
        </p:nvSpPr>
        <p:spPr>
          <a:xfrm>
            <a:off x="4617720" y="2011680"/>
            <a:ext cx="457200" cy="457200"/>
          </a:xfrm>
          <a:prstGeom prst="roundRect">
            <a:avLst>
              <a:gd name="adj" fmla="val 22000"/>
            </a:avLst>
          </a:prstGeom>
          <a:solidFill>
            <a:schemeClr val="accent2"/>
          </a:solidFill>
          <a:ln/>
        </p:spPr>
      </p:sp>
      <p:sp>
        <p:nvSpPr>
          <p:cNvPr id="17" name="usp number 2 label"/>
          <p:cNvSpPr txBox="1"/>
          <p:nvPr/>
        </p:nvSpPr>
        <p:spPr>
          <a:xfrm>
            <a:off x="4617720" y="20116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2</a:t>
            </a:r>
            <a:endParaRPr lang="en-US" sz="1800" dirty="0"/>
          </a:p>
        </p:txBody>
      </p:sp>
      <p:sp>
        <p:nvSpPr>
          <p:cNvPr id="18" name="usp title 2"/>
          <p:cNvSpPr txBox="1"/>
          <p:nvPr/>
        </p:nvSpPr>
        <p:spPr>
          <a:xfrm>
            <a:off x="4617720" y="260604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Your card stays local</a:t>
            </a:r>
            <a:endParaRPr lang="en-US" sz="1800" dirty="0"/>
          </a:p>
        </p:txBody>
      </p:sp>
      <p:sp>
        <p:nvSpPr>
          <p:cNvPr id="19" name="usp body 2"/>
          <p:cNvSpPr txBox="1"/>
          <p:nvPr/>
        </p:nvSpPr>
        <p:spPr>
          <a:xfrm>
            <a:off x="4617720" y="2990088"/>
            <a:ext cx="2971800" cy="73152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It names a placeholder. Your computer types the real value, after you approve.</a:t>
            </a:r>
            <a:endParaRPr lang="en-US" sz="1400" dirty="0"/>
          </a:p>
        </p:txBody>
      </p:sp>
      <p:sp>
        <p:nvSpPr>
          <p:cNvPr id="20" name="usp card 3"/>
          <p:cNvSpPr/>
          <p:nvPr/>
        </p:nvSpPr>
        <p:spPr>
          <a:xfrm>
            <a:off x="8156448" y="1783080"/>
            <a:ext cx="3474720" cy="2011680"/>
          </a:xfrm>
          <a:prstGeom prst="roundRect">
            <a:avLst>
              <a:gd name="adj" fmla="val 6364"/>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21" name="usp number 3"/>
          <p:cNvSpPr/>
          <p:nvPr/>
        </p:nvSpPr>
        <p:spPr>
          <a:xfrm>
            <a:off x="8412480" y="2011680"/>
            <a:ext cx="457200" cy="457200"/>
          </a:xfrm>
          <a:prstGeom prst="roundRect">
            <a:avLst>
              <a:gd name="adj" fmla="val 22000"/>
            </a:avLst>
          </a:prstGeom>
          <a:solidFill>
            <a:schemeClr val="accent1"/>
          </a:solidFill>
          <a:ln/>
        </p:spPr>
      </p:sp>
      <p:sp>
        <p:nvSpPr>
          <p:cNvPr id="22" name="usp number 3 label"/>
          <p:cNvSpPr txBox="1"/>
          <p:nvPr/>
        </p:nvSpPr>
        <p:spPr>
          <a:xfrm>
            <a:off x="8412480" y="20116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3</a:t>
            </a:r>
            <a:endParaRPr lang="en-US" sz="1800" dirty="0"/>
          </a:p>
        </p:txBody>
      </p:sp>
      <p:sp>
        <p:nvSpPr>
          <p:cNvPr id="23" name="usp title 3"/>
          <p:cNvSpPr txBox="1"/>
          <p:nvPr/>
        </p:nvSpPr>
        <p:spPr>
          <a:xfrm>
            <a:off x="8412480" y="260604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Fails closed</a:t>
            </a:r>
            <a:endParaRPr lang="en-US" sz="1800" dirty="0"/>
          </a:p>
        </p:txBody>
      </p:sp>
      <p:sp>
        <p:nvSpPr>
          <p:cNvPr id="24" name="usp body 3"/>
          <p:cNvSpPr txBox="1"/>
          <p:nvPr/>
        </p:nvSpPr>
        <p:spPr>
          <a:xfrm>
            <a:off x="8412480" y="2990088"/>
            <a:ext cx="2971800" cy="73152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 guard checks every message. Any error means nothing is sent.</a:t>
            </a:r>
            <a:endParaRPr lang="en-US" sz="1400" dirty="0"/>
          </a:p>
        </p:txBody>
      </p:sp>
      <p:sp>
        <p:nvSpPr>
          <p:cNvPr id="25" name="usp card 4"/>
          <p:cNvSpPr/>
          <p:nvPr/>
        </p:nvSpPr>
        <p:spPr>
          <a:xfrm>
            <a:off x="566928" y="4069080"/>
            <a:ext cx="3474720" cy="2011680"/>
          </a:xfrm>
          <a:prstGeom prst="roundRect">
            <a:avLst>
              <a:gd name="adj" fmla="val 6364"/>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26" name="usp number 4"/>
          <p:cNvSpPr/>
          <p:nvPr/>
        </p:nvSpPr>
        <p:spPr>
          <a:xfrm>
            <a:off x="822960" y="4297680"/>
            <a:ext cx="457200" cy="457200"/>
          </a:xfrm>
          <a:prstGeom prst="roundRect">
            <a:avLst>
              <a:gd name="adj" fmla="val 22000"/>
            </a:avLst>
          </a:prstGeom>
          <a:solidFill>
            <a:schemeClr val="accent2"/>
          </a:solidFill>
          <a:ln/>
        </p:spPr>
      </p:sp>
      <p:sp>
        <p:nvSpPr>
          <p:cNvPr id="27" name="usp number 4 label"/>
          <p:cNvSpPr txBox="1"/>
          <p:nvPr/>
        </p:nvSpPr>
        <p:spPr>
          <a:xfrm>
            <a:off x="822960" y="42976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4</a:t>
            </a:r>
            <a:endParaRPr lang="en-US" sz="1800" dirty="0"/>
          </a:p>
        </p:txBody>
      </p:sp>
      <p:sp>
        <p:nvSpPr>
          <p:cNvPr id="28" name="usp title 4"/>
          <p:cNvSpPr txBox="1"/>
          <p:nvPr/>
        </p:nvSpPr>
        <p:spPr>
          <a:xfrm>
            <a:off x="822960" y="489204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Hide, Ask or Reveal</a:t>
            </a:r>
            <a:endParaRPr lang="en-US" sz="1800" dirty="0"/>
          </a:p>
        </p:txBody>
      </p:sp>
      <p:sp>
        <p:nvSpPr>
          <p:cNvPr id="29" name="usp body 4"/>
          <p:cNvSpPr txBox="1"/>
          <p:nvPr/>
        </p:nvSpPr>
        <p:spPr>
          <a:xfrm>
            <a:off x="822960" y="5276088"/>
            <a:ext cx="2971800" cy="73152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Set it for each kind of data. Ask permission is the default, one task at a time.</a:t>
            </a:r>
            <a:endParaRPr lang="en-US" sz="1400" dirty="0"/>
          </a:p>
        </p:txBody>
      </p:sp>
      <p:sp>
        <p:nvSpPr>
          <p:cNvPr id="30" name="usp card 5"/>
          <p:cNvSpPr/>
          <p:nvPr/>
        </p:nvSpPr>
        <p:spPr>
          <a:xfrm>
            <a:off x="4361688" y="4069080"/>
            <a:ext cx="3474720" cy="2011680"/>
          </a:xfrm>
          <a:prstGeom prst="roundRect">
            <a:avLst>
              <a:gd name="adj" fmla="val 6364"/>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31" name="usp number 5"/>
          <p:cNvSpPr/>
          <p:nvPr/>
        </p:nvSpPr>
        <p:spPr>
          <a:xfrm>
            <a:off x="4617720" y="4297680"/>
            <a:ext cx="457200" cy="457200"/>
          </a:xfrm>
          <a:prstGeom prst="roundRect">
            <a:avLst>
              <a:gd name="adj" fmla="val 22000"/>
            </a:avLst>
          </a:prstGeom>
          <a:solidFill>
            <a:schemeClr val="accent1"/>
          </a:solidFill>
          <a:ln/>
        </p:spPr>
      </p:sp>
      <p:sp>
        <p:nvSpPr>
          <p:cNvPr id="32" name="usp number 5 label"/>
          <p:cNvSpPr txBox="1"/>
          <p:nvPr/>
        </p:nvSpPr>
        <p:spPr>
          <a:xfrm>
            <a:off x="4617720" y="42976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5</a:t>
            </a:r>
            <a:endParaRPr lang="en-US" sz="1800" dirty="0"/>
          </a:p>
        </p:txBody>
      </p:sp>
      <p:sp>
        <p:nvSpPr>
          <p:cNvPr id="33" name="usp title 5"/>
          <p:cNvSpPr txBox="1"/>
          <p:nvPr/>
        </p:nvSpPr>
        <p:spPr>
          <a:xfrm>
            <a:off x="4617720" y="489204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Resists injection</a:t>
            </a:r>
            <a:endParaRPr lang="en-US" sz="1800" dirty="0"/>
          </a:p>
        </p:txBody>
      </p:sp>
      <p:sp>
        <p:nvSpPr>
          <p:cNvPr id="34" name="usp body 5"/>
          <p:cNvSpPr txBox="1"/>
          <p:nvPr/>
        </p:nvSpPr>
        <p:spPr>
          <a:xfrm>
            <a:off x="4617720" y="5276088"/>
            <a:ext cx="2971800" cy="73152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 hidden page instruction cannot paste your card. The validator rejects it.</a:t>
            </a:r>
            <a:endParaRPr lang="en-US" sz="1400" dirty="0"/>
          </a:p>
        </p:txBody>
      </p:sp>
      <p:sp>
        <p:nvSpPr>
          <p:cNvPr id="35" name="usp card 6"/>
          <p:cNvSpPr/>
          <p:nvPr/>
        </p:nvSpPr>
        <p:spPr>
          <a:xfrm>
            <a:off x="8156448" y="4069080"/>
            <a:ext cx="3474720" cy="2011680"/>
          </a:xfrm>
          <a:prstGeom prst="roundRect">
            <a:avLst>
              <a:gd name="adj" fmla="val 6364"/>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36" name="usp number 6"/>
          <p:cNvSpPr/>
          <p:nvPr/>
        </p:nvSpPr>
        <p:spPr>
          <a:xfrm>
            <a:off x="8412480" y="4297680"/>
            <a:ext cx="457200" cy="457200"/>
          </a:xfrm>
          <a:prstGeom prst="roundRect">
            <a:avLst>
              <a:gd name="adj" fmla="val 22000"/>
            </a:avLst>
          </a:prstGeom>
          <a:solidFill>
            <a:schemeClr val="accent2"/>
          </a:solidFill>
          <a:ln/>
        </p:spPr>
      </p:sp>
      <p:sp>
        <p:nvSpPr>
          <p:cNvPr id="37" name="usp number 6 label"/>
          <p:cNvSpPr txBox="1"/>
          <p:nvPr/>
        </p:nvSpPr>
        <p:spPr>
          <a:xfrm>
            <a:off x="8412480" y="42976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6</a:t>
            </a:r>
            <a:endParaRPr lang="en-US" sz="1800" dirty="0"/>
          </a:p>
        </p:txBody>
      </p:sp>
      <p:sp>
        <p:nvSpPr>
          <p:cNvPr id="38" name="usp title 6"/>
          <p:cNvSpPr txBox="1"/>
          <p:nvPr/>
        </p:nvSpPr>
        <p:spPr>
          <a:xfrm>
            <a:off x="8412480" y="489204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See what the AI sees</a:t>
            </a:r>
            <a:endParaRPr lang="en-US" sz="1800" dirty="0"/>
          </a:p>
        </p:txBody>
      </p:sp>
      <p:sp>
        <p:nvSpPr>
          <p:cNvPr id="39" name="usp body 6"/>
          <p:cNvSpPr txBox="1"/>
          <p:nvPr/>
        </p:nvSpPr>
        <p:spPr>
          <a:xfrm>
            <a:off x="8412480" y="5276088"/>
            <a:ext cx="2971800" cy="73152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One switch shows the exact blacked-out view the AI receives.</a:t>
            </a:r>
            <a:endParaRPr lang="en-US" sz="14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640080" y="457200"/>
            <a:ext cx="9326880" cy="100584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See it </a:t>
            </a:r>
            <a:pPr indent="0" marL="0">
              <a:buNone/>
            </a:pPr>
            <a:r>
              <a:rPr lang="en-US" sz="3800" b="1" dirty="0">
                <a:solidFill>
                  <a:schemeClr val="accent1"/>
                </a:solidFill>
                <a:latin typeface="Arial" pitchFamily="34" charset="0"/>
                <a:ea typeface="Arial" pitchFamily="34" charset="-122"/>
                <a:cs typeface="Arial" pitchFamily="34" charset="-120"/>
              </a:rPr>
              <a:t>working</a:t>
            </a:r>
            <a:endParaRPr lang="en-US" sz="3800" dirty="0"/>
          </a:p>
        </p:txBody>
      </p:sp>
      <p:sp>
        <p:nvSpPr>
          <p:cNvPr id="4" name="corner pixel 0-0"/>
          <p:cNvSpPr/>
          <p:nvPr/>
        </p:nvSpPr>
        <p:spPr>
          <a:xfrm>
            <a:off x="10607040" y="502920"/>
            <a:ext cx="274320" cy="274320"/>
          </a:xfrm>
          <a:prstGeom prst="roundRect">
            <a:avLst>
              <a:gd name="adj" fmla="val 20000"/>
            </a:avLst>
          </a:prstGeom>
          <a:solidFill>
            <a:schemeClr val="accent1"/>
          </a:solidFill>
          <a:ln/>
        </p:spPr>
      </p:sp>
      <p:sp>
        <p:nvSpPr>
          <p:cNvPr id="5" name="corner pixel 0-1"/>
          <p:cNvSpPr/>
          <p:nvPr/>
        </p:nvSpPr>
        <p:spPr>
          <a:xfrm>
            <a:off x="10607040" y="832104"/>
            <a:ext cx="274320" cy="274320"/>
          </a:xfrm>
          <a:prstGeom prst="roundRect">
            <a:avLst>
              <a:gd name="adj" fmla="val 20000"/>
            </a:avLst>
          </a:prstGeom>
          <a:solidFill>
            <a:schemeClr val="accent5"/>
          </a:solidFill>
          <a:ln/>
        </p:spPr>
      </p:sp>
      <p:sp>
        <p:nvSpPr>
          <p:cNvPr id="6" name="corner pixel 1-0"/>
          <p:cNvSpPr/>
          <p:nvPr/>
        </p:nvSpPr>
        <p:spPr>
          <a:xfrm>
            <a:off x="10936224" y="502920"/>
            <a:ext cx="274320" cy="274320"/>
          </a:xfrm>
          <a:prstGeom prst="roundRect">
            <a:avLst>
              <a:gd name="adj" fmla="val 20000"/>
            </a:avLst>
          </a:prstGeom>
          <a:solidFill>
            <a:schemeClr val="accent5"/>
          </a:solidFill>
          <a:ln/>
        </p:spPr>
      </p:sp>
      <p:sp>
        <p:nvSpPr>
          <p:cNvPr id="7" name="corner pixel 1-1"/>
          <p:cNvSpPr/>
          <p:nvPr/>
        </p:nvSpPr>
        <p:spPr>
          <a:xfrm>
            <a:off x="10936224" y="832104"/>
            <a:ext cx="274320" cy="274320"/>
          </a:xfrm>
          <a:prstGeom prst="roundRect">
            <a:avLst>
              <a:gd name="adj" fmla="val 20000"/>
            </a:avLst>
          </a:prstGeom>
          <a:solidFill>
            <a:schemeClr val="accent4"/>
          </a:solidFill>
          <a:ln/>
        </p:spPr>
      </p:sp>
      <p:sp>
        <p:nvSpPr>
          <p:cNvPr id="8" name="corner pixel 2-0"/>
          <p:cNvSpPr/>
          <p:nvPr/>
        </p:nvSpPr>
        <p:spPr>
          <a:xfrm>
            <a:off x="11265408" y="502920"/>
            <a:ext cx="274320" cy="274320"/>
          </a:xfrm>
          <a:prstGeom prst="roundRect">
            <a:avLst>
              <a:gd name="adj" fmla="val 20000"/>
            </a:avLst>
          </a:prstGeom>
          <a:solidFill>
            <a:schemeClr val="accent4"/>
          </a:solidFill>
          <a:ln/>
        </p:spPr>
      </p:sp>
      <p:sp>
        <p:nvSpPr>
          <p:cNvPr id="9" name="corner pixel 2-1"/>
          <p:cNvSpPr/>
          <p:nvPr/>
        </p:nvSpPr>
        <p:spPr>
          <a:xfrm>
            <a:off x="11265408" y="832104"/>
            <a:ext cx="274320" cy="274320"/>
          </a:xfrm>
          <a:prstGeom prst="roundRect">
            <a:avLst>
              <a:gd name="adj" fmla="val 20000"/>
            </a:avLst>
          </a:prstGeom>
          <a:solidFill>
            <a:schemeClr val="accent2"/>
          </a:solidFill>
          <a:ln/>
        </p:spPr>
      </p:sp>
      <p:pic>
        <p:nvPicPr>
          <p:cNvPr id="10" name="Image 0" descr="The support chat as the AI sees it, with private messages solid black">    </p:cNvPr>
          <p:cNvPicPr>
            <a:picLocks noChangeAspect="1"/>
          </p:cNvPicPr>
          <p:nvPr/>
        </p:nvPicPr>
        <p:blipFill>
          <a:blip r:embed="rId1"/>
          <a:stretch>
            <a:fillRect/>
          </a:stretch>
        </p:blipFill>
        <p:spPr>
          <a:xfrm>
            <a:off x="640080" y="1783080"/>
            <a:ext cx="4114800" cy="2996672"/>
          </a:xfrm>
          <a:prstGeom prst="rect">
            <a:avLst/>
          </a:prstGeom>
          <a:effectLst>
            <a:outerShdw sx="100000" sy="100000" kx="0" ky="0" algn="bl" rotWithShape="0" blurRad="127000" dist="25400" dir="5400000">
              <a:srgbClr val="000000">
                <a:alpha val="10000"/>
              </a:srgbClr>
            </a:outerShdw>
          </a:effectLst>
        </p:spPr>
      </p:pic>
      <p:pic>
        <p:nvPicPr>
          <p:cNvPr id="11" name="Image 1" descr="Privacy choices table with Hide, Ask permission and Reveal for each kind of data">    </p:cNvPr>
          <p:cNvPicPr>
            <a:picLocks noChangeAspect="1"/>
          </p:cNvPicPr>
          <p:nvPr/>
        </p:nvPicPr>
        <p:blipFill>
          <a:blip r:embed="rId2"/>
          <a:stretch>
            <a:fillRect/>
          </a:stretch>
        </p:blipFill>
        <p:spPr>
          <a:xfrm>
            <a:off x="5102352" y="1783080"/>
            <a:ext cx="4114800" cy="2996672"/>
          </a:xfrm>
          <a:prstGeom prst="rect">
            <a:avLst/>
          </a:prstGeom>
          <a:effectLst>
            <a:outerShdw sx="100000" sy="100000" kx="0" ky="0" algn="bl" rotWithShape="0" blurRad="127000" dist="25400" dir="5400000">
              <a:srgbClr val="000000">
                <a:alpha val="10000"/>
              </a:srgbClr>
            </a:outerShdw>
          </a:effectLst>
        </p:spPr>
      </p:pic>
      <p:pic>
        <p:nvPicPr>
          <p:cNvPr id="12" name="Image 2" descr="A real phone showing the finished checkout as the AI sees it, with the name and card fields solid black">    </p:cNvPr>
          <p:cNvPicPr>
            <a:picLocks noChangeAspect="1"/>
          </p:cNvPicPr>
          <p:nvPr/>
        </p:nvPicPr>
        <p:blipFill>
          <a:blip r:embed="rId3"/>
          <a:stretch>
            <a:fillRect/>
          </a:stretch>
        </p:blipFill>
        <p:spPr>
          <a:xfrm>
            <a:off x="9491472" y="1691640"/>
            <a:ext cx="2057400" cy="4572000"/>
          </a:xfrm>
          <a:prstGeom prst="rect">
            <a:avLst/>
          </a:prstGeom>
          <a:effectLst>
            <a:outerShdw sx="100000" sy="100000" kx="0" ky="0" algn="bl" rotWithShape="0" blurRad="127000" dist="25400" dir="5400000">
              <a:srgbClr val="000000">
                <a:alpha val="10000"/>
              </a:srgbClr>
            </a:outerShdw>
          </a:effectLst>
        </p:spPr>
      </p:pic>
      <p:sp>
        <p:nvSpPr>
          <p:cNvPr id="13" name="caption ai view"/>
          <p:cNvSpPr txBox="1"/>
          <p:nvPr/>
        </p:nvSpPr>
        <p:spPr>
          <a:xfrm>
            <a:off x="640080" y="4937760"/>
            <a:ext cx="4114800" cy="7315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What the AI sees</a:t>
            </a:r>
            <a:endParaRPr lang="en-US" sz="1400" dirty="0"/>
          </a:p>
          <a:p>
            <a:pPr indent="0" marL="0">
              <a:buNone/>
            </a:pPr>
            <a:r>
              <a:rPr lang="en-US" sz="1400" dirty="0">
                <a:solidFill>
                  <a:schemeClr val="accent4"/>
                </a:solidFill>
                <a:latin typeface="Arial" pitchFamily="34" charset="0"/>
                <a:ea typeface="Arial" pitchFamily="34" charset="-122"/>
                <a:cs typeface="Arial" pitchFamily="34" charset="-120"/>
              </a:rPr>
              <a:t>Names, address and card details are solid black.</a:t>
            </a:r>
            <a:endParaRPr lang="en-US" sz="1400" dirty="0"/>
          </a:p>
        </p:txBody>
      </p:sp>
      <p:sp>
        <p:nvSpPr>
          <p:cNvPr id="14" name="caption choices"/>
          <p:cNvSpPr txBox="1"/>
          <p:nvPr/>
        </p:nvSpPr>
        <p:spPr>
          <a:xfrm>
            <a:off x="5102352" y="4937760"/>
            <a:ext cx="4114800" cy="7315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Privacy choices</a:t>
            </a:r>
            <a:endParaRPr lang="en-US" sz="1400" dirty="0"/>
          </a:p>
          <a:p>
            <a:pPr indent="0" marL="0">
              <a:buNone/>
            </a:pPr>
            <a:r>
              <a:rPr lang="en-US" sz="1400" dirty="0">
                <a:solidFill>
                  <a:schemeClr val="accent4"/>
                </a:solidFill>
                <a:latin typeface="Arial" pitchFamily="34" charset="0"/>
                <a:ea typeface="Arial" pitchFamily="34" charset="-122"/>
                <a:cs typeface="Arial" pitchFamily="34" charset="-120"/>
              </a:rPr>
              <a:t>A choice for each kind of data.</a:t>
            </a:r>
            <a:endParaRPr lang="en-US" sz="1400" dirty="0"/>
          </a:p>
        </p:txBody>
      </p:sp>
      <p:sp>
        <p:nvSpPr>
          <p:cNvPr id="15" name="caption phone"/>
          <p:cNvSpPr txBox="1"/>
          <p:nvPr/>
        </p:nvSpPr>
        <p:spPr>
          <a:xfrm>
            <a:off x="640080" y="5669280"/>
            <a:ext cx="8577072" cy="59436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Right: a real phone, over Wi-Fi. </a:t>
            </a:r>
            <a:pPr indent="0" marL="0">
              <a:buNone/>
            </a:pPr>
            <a:r>
              <a:rPr lang="en-US" sz="1400" dirty="0">
                <a:solidFill>
                  <a:schemeClr val="accent4"/>
                </a:solidFill>
                <a:latin typeface="Arial" pitchFamily="34" charset="0"/>
                <a:ea typeface="Arial" pitchFamily="34" charset="-122"/>
                <a:cs typeface="Arial" pitchFamily="34" charset="-120"/>
              </a:rPr>
              <a:t>It shows the same AI view and gets the approval sheet, so tapping Approve on the phone lets the task finish.</a:t>
            </a:r>
            <a:endParaRPr lang="en-US" sz="14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640080" y="457200"/>
            <a:ext cx="9326880" cy="100584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You stay </a:t>
            </a:r>
            <a:pPr indent="0" marL="0">
              <a:buNone/>
            </a:pPr>
            <a:r>
              <a:rPr lang="en-US" sz="3800" b="1" dirty="0">
                <a:solidFill>
                  <a:schemeClr val="accent1"/>
                </a:solidFill>
                <a:latin typeface="Arial" pitchFamily="34" charset="0"/>
                <a:ea typeface="Arial" pitchFamily="34" charset="-122"/>
                <a:cs typeface="Arial" pitchFamily="34" charset="-120"/>
              </a:rPr>
              <a:t>in control</a:t>
            </a:r>
            <a:endParaRPr lang="en-US" sz="3800" dirty="0"/>
          </a:p>
        </p:txBody>
      </p:sp>
      <p:sp>
        <p:nvSpPr>
          <p:cNvPr id="4" name="corner pixel 0-0"/>
          <p:cNvSpPr/>
          <p:nvPr/>
        </p:nvSpPr>
        <p:spPr>
          <a:xfrm>
            <a:off x="10607040" y="502920"/>
            <a:ext cx="274320" cy="274320"/>
          </a:xfrm>
          <a:prstGeom prst="roundRect">
            <a:avLst>
              <a:gd name="adj" fmla="val 20000"/>
            </a:avLst>
          </a:prstGeom>
          <a:solidFill>
            <a:schemeClr val="accent1"/>
          </a:solidFill>
          <a:ln/>
        </p:spPr>
      </p:sp>
      <p:sp>
        <p:nvSpPr>
          <p:cNvPr id="5" name="corner pixel 0-1"/>
          <p:cNvSpPr/>
          <p:nvPr/>
        </p:nvSpPr>
        <p:spPr>
          <a:xfrm>
            <a:off x="10607040" y="832104"/>
            <a:ext cx="274320" cy="274320"/>
          </a:xfrm>
          <a:prstGeom prst="roundRect">
            <a:avLst>
              <a:gd name="adj" fmla="val 20000"/>
            </a:avLst>
          </a:prstGeom>
          <a:solidFill>
            <a:schemeClr val="accent5"/>
          </a:solidFill>
          <a:ln/>
        </p:spPr>
      </p:sp>
      <p:sp>
        <p:nvSpPr>
          <p:cNvPr id="6" name="corner pixel 1-0"/>
          <p:cNvSpPr/>
          <p:nvPr/>
        </p:nvSpPr>
        <p:spPr>
          <a:xfrm>
            <a:off x="10936224" y="502920"/>
            <a:ext cx="274320" cy="274320"/>
          </a:xfrm>
          <a:prstGeom prst="roundRect">
            <a:avLst>
              <a:gd name="adj" fmla="val 20000"/>
            </a:avLst>
          </a:prstGeom>
          <a:solidFill>
            <a:schemeClr val="accent5"/>
          </a:solidFill>
          <a:ln/>
        </p:spPr>
      </p:sp>
      <p:sp>
        <p:nvSpPr>
          <p:cNvPr id="7" name="corner pixel 1-1"/>
          <p:cNvSpPr/>
          <p:nvPr/>
        </p:nvSpPr>
        <p:spPr>
          <a:xfrm>
            <a:off x="10936224" y="832104"/>
            <a:ext cx="274320" cy="274320"/>
          </a:xfrm>
          <a:prstGeom prst="roundRect">
            <a:avLst>
              <a:gd name="adj" fmla="val 20000"/>
            </a:avLst>
          </a:prstGeom>
          <a:solidFill>
            <a:schemeClr val="accent4"/>
          </a:solidFill>
          <a:ln/>
        </p:spPr>
      </p:sp>
      <p:sp>
        <p:nvSpPr>
          <p:cNvPr id="8" name="corner pixel 2-0"/>
          <p:cNvSpPr/>
          <p:nvPr/>
        </p:nvSpPr>
        <p:spPr>
          <a:xfrm>
            <a:off x="11265408" y="502920"/>
            <a:ext cx="274320" cy="274320"/>
          </a:xfrm>
          <a:prstGeom prst="roundRect">
            <a:avLst>
              <a:gd name="adj" fmla="val 20000"/>
            </a:avLst>
          </a:prstGeom>
          <a:solidFill>
            <a:schemeClr val="accent4"/>
          </a:solidFill>
          <a:ln/>
        </p:spPr>
      </p:sp>
      <p:sp>
        <p:nvSpPr>
          <p:cNvPr id="9" name="corner pixel 2-1"/>
          <p:cNvSpPr/>
          <p:nvPr/>
        </p:nvSpPr>
        <p:spPr>
          <a:xfrm>
            <a:off x="11265408" y="832104"/>
            <a:ext cx="274320" cy="274320"/>
          </a:xfrm>
          <a:prstGeom prst="roundRect">
            <a:avLst>
              <a:gd name="adj" fmla="val 20000"/>
            </a:avLst>
          </a:prstGeom>
          <a:solidFill>
            <a:schemeClr val="accent2"/>
          </a:solidFill>
          <a:ln/>
        </p:spPr>
      </p:sp>
      <p:sp>
        <p:nvSpPr>
          <p:cNvPr id="10" name="choices mock card"/>
          <p:cNvSpPr/>
          <p:nvPr/>
        </p:nvSpPr>
        <p:spPr>
          <a:xfrm>
            <a:off x="640080" y="1783080"/>
            <a:ext cx="5943600" cy="3429000"/>
          </a:xfrm>
          <a:prstGeom prst="roundRect">
            <a:avLst>
              <a:gd name="adj" fmla="val 3733"/>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1" name="col hide"/>
          <p:cNvSpPr txBox="1"/>
          <p:nvPr/>
        </p:nvSpPr>
        <p:spPr>
          <a:xfrm>
            <a:off x="3017520" y="1965960"/>
            <a:ext cx="1005840" cy="274320"/>
          </a:xfrm>
          <a:prstGeom prst="rect">
            <a:avLst/>
          </a:prstGeom>
          <a:noFill/>
          <a:ln/>
        </p:spPr>
        <p:txBody>
          <a:bodyPr wrap="square" lIns="0" tIns="0" rIns="0" bIns="0" rtlCol="0" anchor="t"/>
          <a:lstStyle/>
          <a:p>
            <a:pPr algn="ctr" indent="0" marL="0">
              <a:buNone/>
            </a:pPr>
            <a:r>
              <a:rPr lang="en-US" sz="1400" b="1" dirty="0">
                <a:solidFill>
                  <a:schemeClr val="accent3"/>
                </a:solidFill>
                <a:latin typeface="Arial" pitchFamily="34" charset="0"/>
                <a:ea typeface="Arial" pitchFamily="34" charset="-122"/>
                <a:cs typeface="Arial" pitchFamily="34" charset="-120"/>
              </a:rPr>
              <a:t>Hide</a:t>
            </a:r>
            <a:endParaRPr lang="en-US" sz="1400" dirty="0"/>
          </a:p>
        </p:txBody>
      </p:sp>
      <p:sp>
        <p:nvSpPr>
          <p:cNvPr id="12" name="col ask"/>
          <p:cNvSpPr txBox="1"/>
          <p:nvPr/>
        </p:nvSpPr>
        <p:spPr>
          <a:xfrm>
            <a:off x="4069080" y="1965960"/>
            <a:ext cx="1554480" cy="274320"/>
          </a:xfrm>
          <a:prstGeom prst="rect">
            <a:avLst/>
          </a:prstGeom>
          <a:noFill/>
          <a:ln/>
        </p:spPr>
        <p:txBody>
          <a:bodyPr wrap="square" lIns="0" tIns="0" rIns="0" bIns="0" rtlCol="0" anchor="t"/>
          <a:lstStyle/>
          <a:p>
            <a:pPr algn="ctr" indent="0" marL="0">
              <a:buNone/>
            </a:pPr>
            <a:r>
              <a:rPr lang="en-US" sz="1400" b="1" dirty="0">
                <a:solidFill>
                  <a:schemeClr val="accent3"/>
                </a:solidFill>
                <a:latin typeface="Arial" pitchFamily="34" charset="0"/>
                <a:ea typeface="Arial" pitchFamily="34" charset="-122"/>
                <a:cs typeface="Arial" pitchFamily="34" charset="-120"/>
              </a:rPr>
              <a:t>Ask permission</a:t>
            </a:r>
            <a:endParaRPr lang="en-US" sz="1400" dirty="0"/>
          </a:p>
        </p:txBody>
      </p:sp>
      <p:sp>
        <p:nvSpPr>
          <p:cNvPr id="13" name="col reveal"/>
          <p:cNvSpPr txBox="1"/>
          <p:nvPr/>
        </p:nvSpPr>
        <p:spPr>
          <a:xfrm>
            <a:off x="5669280" y="1965960"/>
            <a:ext cx="822960" cy="274320"/>
          </a:xfrm>
          <a:prstGeom prst="rect">
            <a:avLst/>
          </a:prstGeom>
          <a:noFill/>
          <a:ln/>
        </p:spPr>
        <p:txBody>
          <a:bodyPr wrap="square" lIns="0" tIns="0" rIns="0" bIns="0" rtlCol="0" anchor="t"/>
          <a:lstStyle/>
          <a:p>
            <a:pPr algn="ctr" indent="0" marL="0">
              <a:buNone/>
            </a:pPr>
            <a:r>
              <a:rPr lang="en-US" sz="1400" b="1" dirty="0">
                <a:solidFill>
                  <a:schemeClr val="accent3"/>
                </a:solidFill>
                <a:latin typeface="Arial" pitchFamily="34" charset="0"/>
                <a:ea typeface="Arial" pitchFamily="34" charset="-122"/>
                <a:cs typeface="Arial" pitchFamily="34" charset="-120"/>
              </a:rPr>
              <a:t>Reveal</a:t>
            </a:r>
            <a:endParaRPr lang="en-US" sz="1400" dirty="0"/>
          </a:p>
        </p:txBody>
      </p:sp>
      <p:sp>
        <p:nvSpPr>
          <p:cNvPr id="14" name="mock label 1"/>
          <p:cNvSpPr txBox="1"/>
          <p:nvPr/>
        </p:nvSpPr>
        <p:spPr>
          <a:xfrm>
            <a:off x="914400" y="2542032"/>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Aadhaar number</a:t>
            </a:r>
            <a:endParaRPr lang="en-US" sz="1600" dirty="0"/>
          </a:p>
        </p:txBody>
      </p:sp>
      <p:sp>
        <p:nvSpPr>
          <p:cNvPr id="15" name="mock track 1"/>
          <p:cNvSpPr/>
          <p:nvPr/>
        </p:nvSpPr>
        <p:spPr>
          <a:xfrm>
            <a:off x="3017520" y="2468880"/>
            <a:ext cx="3474720" cy="502920"/>
          </a:xfrm>
          <a:prstGeom prst="roundRect">
            <a:avLst>
              <a:gd name="adj" fmla="val 49091"/>
            </a:avLst>
          </a:prstGeom>
          <a:solidFill>
            <a:schemeClr val="accent5"/>
          </a:solidFill>
          <a:ln/>
        </p:spPr>
      </p:sp>
      <p:sp>
        <p:nvSpPr>
          <p:cNvPr id="16" name="mock pick 1"/>
          <p:cNvSpPr/>
          <p:nvPr/>
        </p:nvSpPr>
        <p:spPr>
          <a:xfrm>
            <a:off x="4069080" y="2505456"/>
            <a:ext cx="1554480" cy="429768"/>
          </a:xfrm>
          <a:prstGeom prst="roundRect">
            <a:avLst>
              <a:gd name="adj" fmla="val 48936"/>
            </a:avLst>
          </a:prstGeom>
          <a:solidFill>
            <a:schemeClr val="accent1"/>
          </a:solidFill>
          <a:ln/>
        </p:spPr>
      </p:sp>
      <p:sp>
        <p:nvSpPr>
          <p:cNvPr id="17" name="mock pick label 1"/>
          <p:cNvSpPr txBox="1"/>
          <p:nvPr/>
        </p:nvSpPr>
        <p:spPr>
          <a:xfrm>
            <a:off x="4069080" y="2505456"/>
            <a:ext cx="1554480" cy="429768"/>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Ask permission</a:t>
            </a:r>
            <a:endParaRPr lang="en-US" sz="1400" dirty="0"/>
          </a:p>
        </p:txBody>
      </p:sp>
      <p:sp>
        <p:nvSpPr>
          <p:cNvPr id="18" name="mock label 2"/>
          <p:cNvSpPr txBox="1"/>
          <p:nvPr/>
        </p:nvSpPr>
        <p:spPr>
          <a:xfrm>
            <a:off x="914400" y="3410712"/>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PAN number</a:t>
            </a:r>
            <a:endParaRPr lang="en-US" sz="1600" dirty="0"/>
          </a:p>
        </p:txBody>
      </p:sp>
      <p:sp>
        <p:nvSpPr>
          <p:cNvPr id="19" name="mock track 2"/>
          <p:cNvSpPr/>
          <p:nvPr/>
        </p:nvSpPr>
        <p:spPr>
          <a:xfrm>
            <a:off x="3017520" y="3337560"/>
            <a:ext cx="3474720" cy="502920"/>
          </a:xfrm>
          <a:prstGeom prst="roundRect">
            <a:avLst>
              <a:gd name="adj" fmla="val 49091"/>
            </a:avLst>
          </a:prstGeom>
          <a:solidFill>
            <a:schemeClr val="accent5"/>
          </a:solidFill>
          <a:ln/>
        </p:spPr>
      </p:sp>
      <p:sp>
        <p:nvSpPr>
          <p:cNvPr id="20" name="mock pick 2"/>
          <p:cNvSpPr/>
          <p:nvPr/>
        </p:nvSpPr>
        <p:spPr>
          <a:xfrm>
            <a:off x="3017520" y="3374136"/>
            <a:ext cx="1005840" cy="429768"/>
          </a:xfrm>
          <a:prstGeom prst="roundRect">
            <a:avLst>
              <a:gd name="adj" fmla="val 48936"/>
            </a:avLst>
          </a:prstGeom>
          <a:solidFill>
            <a:schemeClr val="accent6"/>
          </a:solidFill>
          <a:ln/>
        </p:spPr>
      </p:sp>
      <p:sp>
        <p:nvSpPr>
          <p:cNvPr id="21" name="mock pick label 2"/>
          <p:cNvSpPr txBox="1"/>
          <p:nvPr/>
        </p:nvSpPr>
        <p:spPr>
          <a:xfrm>
            <a:off x="3017520" y="3374136"/>
            <a:ext cx="1005840" cy="429768"/>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Hide</a:t>
            </a:r>
            <a:endParaRPr lang="en-US" sz="1400" dirty="0"/>
          </a:p>
        </p:txBody>
      </p:sp>
      <p:sp>
        <p:nvSpPr>
          <p:cNvPr id="22" name="mock label 3"/>
          <p:cNvSpPr txBox="1"/>
          <p:nvPr/>
        </p:nvSpPr>
        <p:spPr>
          <a:xfrm>
            <a:off x="914400" y="4279392"/>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Card number</a:t>
            </a:r>
            <a:endParaRPr lang="en-US" sz="1600" dirty="0"/>
          </a:p>
        </p:txBody>
      </p:sp>
      <p:sp>
        <p:nvSpPr>
          <p:cNvPr id="23" name="mock track 3"/>
          <p:cNvSpPr/>
          <p:nvPr/>
        </p:nvSpPr>
        <p:spPr>
          <a:xfrm>
            <a:off x="3017520" y="4206240"/>
            <a:ext cx="3474720" cy="502920"/>
          </a:xfrm>
          <a:prstGeom prst="roundRect">
            <a:avLst>
              <a:gd name="adj" fmla="val 49091"/>
            </a:avLst>
          </a:prstGeom>
          <a:solidFill>
            <a:schemeClr val="accent5"/>
          </a:solidFill>
          <a:ln/>
        </p:spPr>
      </p:sp>
      <p:sp>
        <p:nvSpPr>
          <p:cNvPr id="24" name="mock pick 3"/>
          <p:cNvSpPr/>
          <p:nvPr/>
        </p:nvSpPr>
        <p:spPr>
          <a:xfrm>
            <a:off x="5669280" y="4242816"/>
            <a:ext cx="822960" cy="429768"/>
          </a:xfrm>
          <a:prstGeom prst="roundRect">
            <a:avLst>
              <a:gd name="adj" fmla="val 48936"/>
            </a:avLst>
          </a:prstGeom>
          <a:solidFill>
            <a:schemeClr val="accent2"/>
          </a:solidFill>
          <a:ln/>
        </p:spPr>
      </p:sp>
      <p:sp>
        <p:nvSpPr>
          <p:cNvPr id="25" name="mock pick label 3"/>
          <p:cNvSpPr txBox="1"/>
          <p:nvPr/>
        </p:nvSpPr>
        <p:spPr>
          <a:xfrm>
            <a:off x="5669280" y="4242816"/>
            <a:ext cx="822960" cy="429768"/>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Reveal</a:t>
            </a:r>
            <a:endParaRPr lang="en-US" sz="1400" dirty="0"/>
          </a:p>
        </p:txBody>
      </p:sp>
      <p:sp>
        <p:nvSpPr>
          <p:cNvPr id="26" name="mock note"/>
          <p:cNvSpPr txBox="1"/>
          <p:nvPr/>
        </p:nvSpPr>
        <p:spPr>
          <a:xfrm>
            <a:off x="914400" y="4681728"/>
            <a:ext cx="5486400" cy="45720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Ask permission is the default. The AI has to ask, you say yes, and it lasts for one task.</a:t>
            </a:r>
            <a:endParaRPr lang="en-US" sz="1200" dirty="0"/>
          </a:p>
        </p:txBody>
      </p:sp>
      <p:sp>
        <p:nvSpPr>
          <p:cNvPr id="27" name="feature number 1"/>
          <p:cNvSpPr/>
          <p:nvPr/>
        </p:nvSpPr>
        <p:spPr>
          <a:xfrm>
            <a:off x="7086600" y="1783080"/>
            <a:ext cx="457200" cy="457200"/>
          </a:xfrm>
          <a:prstGeom prst="roundRect">
            <a:avLst>
              <a:gd name="adj" fmla="val 22000"/>
            </a:avLst>
          </a:prstGeom>
          <a:solidFill>
            <a:schemeClr val="accent1"/>
          </a:solidFill>
          <a:ln/>
        </p:spPr>
      </p:sp>
      <p:sp>
        <p:nvSpPr>
          <p:cNvPr id="28" name="feature number 1 label"/>
          <p:cNvSpPr txBox="1"/>
          <p:nvPr/>
        </p:nvSpPr>
        <p:spPr>
          <a:xfrm>
            <a:off x="7086600" y="17830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1</a:t>
            </a:r>
            <a:endParaRPr lang="en-US" sz="1800" dirty="0"/>
          </a:p>
        </p:txBody>
      </p:sp>
      <p:sp>
        <p:nvSpPr>
          <p:cNvPr id="29" name="feature title 1"/>
          <p:cNvSpPr txBox="1"/>
          <p:nvPr/>
        </p:nvSpPr>
        <p:spPr>
          <a:xfrm>
            <a:off x="7772400" y="1764792"/>
            <a:ext cx="379476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Approve from your phone</a:t>
            </a:r>
            <a:endParaRPr lang="en-US" sz="1800" dirty="0"/>
          </a:p>
        </p:txBody>
      </p:sp>
      <p:sp>
        <p:nvSpPr>
          <p:cNvPr id="30" name="feature body 1"/>
          <p:cNvSpPr txBox="1"/>
          <p:nvPr/>
        </p:nvSpPr>
        <p:spPr>
          <a:xfrm>
            <a:off x="7772400" y="2167128"/>
            <a:ext cx="3794760" cy="9144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The sheet also appears on your phone. Tap Approve there. Tested on a real phone.</a:t>
            </a:r>
            <a:endParaRPr lang="en-US" sz="1400" dirty="0"/>
          </a:p>
        </p:txBody>
      </p:sp>
      <p:sp>
        <p:nvSpPr>
          <p:cNvPr id="31" name="feature number 2"/>
          <p:cNvSpPr/>
          <p:nvPr/>
        </p:nvSpPr>
        <p:spPr>
          <a:xfrm>
            <a:off x="7086600" y="3291840"/>
            <a:ext cx="457200" cy="457200"/>
          </a:xfrm>
          <a:prstGeom prst="roundRect">
            <a:avLst>
              <a:gd name="adj" fmla="val 22000"/>
            </a:avLst>
          </a:prstGeom>
          <a:solidFill>
            <a:schemeClr val="accent2"/>
          </a:solidFill>
          <a:ln/>
        </p:spPr>
      </p:sp>
      <p:sp>
        <p:nvSpPr>
          <p:cNvPr id="32" name="feature number 2 label"/>
          <p:cNvSpPr txBox="1"/>
          <p:nvPr/>
        </p:nvSpPr>
        <p:spPr>
          <a:xfrm>
            <a:off x="7086600" y="32918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2</a:t>
            </a:r>
            <a:endParaRPr lang="en-US" sz="1800" dirty="0"/>
          </a:p>
        </p:txBody>
      </p:sp>
      <p:sp>
        <p:nvSpPr>
          <p:cNvPr id="33" name="feature title 2"/>
          <p:cNvSpPr txBox="1"/>
          <p:nvPr/>
        </p:nvSpPr>
        <p:spPr>
          <a:xfrm>
            <a:off x="7772400" y="3273552"/>
            <a:ext cx="379476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Hidden items get a notice</a:t>
            </a:r>
            <a:endParaRPr lang="en-US" sz="1800" dirty="0"/>
          </a:p>
        </p:txBody>
      </p:sp>
      <p:sp>
        <p:nvSpPr>
          <p:cNvPr id="34" name="feature body 2"/>
          <p:cNvSpPr txBox="1"/>
          <p:nvPr/>
        </p:nvSpPr>
        <p:spPr>
          <a:xfrm>
            <a:off x="7772400" y="3675888"/>
            <a:ext cx="3794760" cy="9144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 pill drops in from the top: Card number hidden. Kept on this device.</a:t>
            </a:r>
            <a:endParaRPr lang="en-US" sz="1400" dirty="0"/>
          </a:p>
        </p:txBody>
      </p:sp>
      <p:sp>
        <p:nvSpPr>
          <p:cNvPr id="35" name="feature number 3"/>
          <p:cNvSpPr/>
          <p:nvPr/>
        </p:nvSpPr>
        <p:spPr>
          <a:xfrm>
            <a:off x="7086600" y="4800600"/>
            <a:ext cx="457200" cy="457200"/>
          </a:xfrm>
          <a:prstGeom prst="roundRect">
            <a:avLst>
              <a:gd name="adj" fmla="val 22000"/>
            </a:avLst>
          </a:prstGeom>
          <a:solidFill>
            <a:schemeClr val="accent1"/>
          </a:solidFill>
          <a:ln/>
        </p:spPr>
      </p:sp>
      <p:sp>
        <p:nvSpPr>
          <p:cNvPr id="36" name="feature number 3 label"/>
          <p:cNvSpPr txBox="1"/>
          <p:nvPr/>
        </p:nvSpPr>
        <p:spPr>
          <a:xfrm>
            <a:off x="7086600" y="480060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3</a:t>
            </a:r>
            <a:endParaRPr lang="en-US" sz="1800" dirty="0"/>
          </a:p>
        </p:txBody>
      </p:sp>
      <p:sp>
        <p:nvSpPr>
          <p:cNvPr id="37" name="feature title 3"/>
          <p:cNvSpPr txBox="1"/>
          <p:nvPr/>
        </p:nvSpPr>
        <p:spPr>
          <a:xfrm>
            <a:off x="7772400" y="4782312"/>
            <a:ext cx="379476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one-click Windows app</a:t>
            </a:r>
            <a:endParaRPr lang="en-US" sz="1800" dirty="0"/>
          </a:p>
        </p:txBody>
      </p:sp>
      <p:sp>
        <p:nvSpPr>
          <p:cNvPr id="38" name="feature body 3"/>
          <p:cNvSpPr txBox="1"/>
          <p:nvPr/>
        </p:nvSpPr>
        <p:spPr>
          <a:xfrm>
            <a:off x="7772400" y="5184648"/>
            <a:ext cx="3794760" cy="9144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Unzip, double-click, no Python. It works offline with the built-in planner.</a:t>
            </a:r>
            <a:endParaRPr lang="en-US" sz="14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640080" y="457200"/>
            <a:ext cx="9326880" cy="100584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Measured, </a:t>
            </a:r>
            <a:pPr indent="0" marL="0">
              <a:buNone/>
            </a:pPr>
            <a:r>
              <a:rPr lang="en-US" sz="3800" b="1" dirty="0">
                <a:solidFill>
                  <a:schemeClr val="accent1"/>
                </a:solidFill>
                <a:latin typeface="Arial" pitchFamily="34" charset="0"/>
                <a:ea typeface="Arial" pitchFamily="34" charset="-122"/>
                <a:cs typeface="Arial" pitchFamily="34" charset="-120"/>
              </a:rPr>
              <a:t>not claimed</a:t>
            </a:r>
            <a:endParaRPr lang="en-US" sz="3800" dirty="0"/>
          </a:p>
        </p:txBody>
      </p:sp>
      <p:sp>
        <p:nvSpPr>
          <p:cNvPr id="4" name="corner pixel 0-0"/>
          <p:cNvSpPr/>
          <p:nvPr/>
        </p:nvSpPr>
        <p:spPr>
          <a:xfrm>
            <a:off x="10607040" y="502920"/>
            <a:ext cx="274320" cy="274320"/>
          </a:xfrm>
          <a:prstGeom prst="roundRect">
            <a:avLst>
              <a:gd name="adj" fmla="val 20000"/>
            </a:avLst>
          </a:prstGeom>
          <a:solidFill>
            <a:schemeClr val="accent1"/>
          </a:solidFill>
          <a:ln/>
        </p:spPr>
      </p:sp>
      <p:sp>
        <p:nvSpPr>
          <p:cNvPr id="5" name="corner pixel 0-1"/>
          <p:cNvSpPr/>
          <p:nvPr/>
        </p:nvSpPr>
        <p:spPr>
          <a:xfrm>
            <a:off x="10607040" y="832104"/>
            <a:ext cx="274320" cy="274320"/>
          </a:xfrm>
          <a:prstGeom prst="roundRect">
            <a:avLst>
              <a:gd name="adj" fmla="val 20000"/>
            </a:avLst>
          </a:prstGeom>
          <a:solidFill>
            <a:schemeClr val="accent5"/>
          </a:solidFill>
          <a:ln/>
        </p:spPr>
      </p:sp>
      <p:sp>
        <p:nvSpPr>
          <p:cNvPr id="6" name="corner pixel 1-0"/>
          <p:cNvSpPr/>
          <p:nvPr/>
        </p:nvSpPr>
        <p:spPr>
          <a:xfrm>
            <a:off x="10936224" y="502920"/>
            <a:ext cx="274320" cy="274320"/>
          </a:xfrm>
          <a:prstGeom prst="roundRect">
            <a:avLst>
              <a:gd name="adj" fmla="val 20000"/>
            </a:avLst>
          </a:prstGeom>
          <a:solidFill>
            <a:schemeClr val="accent5"/>
          </a:solidFill>
          <a:ln/>
        </p:spPr>
      </p:sp>
      <p:sp>
        <p:nvSpPr>
          <p:cNvPr id="7" name="corner pixel 1-1"/>
          <p:cNvSpPr/>
          <p:nvPr/>
        </p:nvSpPr>
        <p:spPr>
          <a:xfrm>
            <a:off x="10936224" y="832104"/>
            <a:ext cx="274320" cy="274320"/>
          </a:xfrm>
          <a:prstGeom prst="roundRect">
            <a:avLst>
              <a:gd name="adj" fmla="val 20000"/>
            </a:avLst>
          </a:prstGeom>
          <a:solidFill>
            <a:schemeClr val="accent4"/>
          </a:solidFill>
          <a:ln/>
        </p:spPr>
      </p:sp>
      <p:sp>
        <p:nvSpPr>
          <p:cNvPr id="8" name="corner pixel 2-0"/>
          <p:cNvSpPr/>
          <p:nvPr/>
        </p:nvSpPr>
        <p:spPr>
          <a:xfrm>
            <a:off x="11265408" y="502920"/>
            <a:ext cx="274320" cy="274320"/>
          </a:xfrm>
          <a:prstGeom prst="roundRect">
            <a:avLst>
              <a:gd name="adj" fmla="val 20000"/>
            </a:avLst>
          </a:prstGeom>
          <a:solidFill>
            <a:schemeClr val="accent4"/>
          </a:solidFill>
          <a:ln/>
        </p:spPr>
      </p:sp>
      <p:sp>
        <p:nvSpPr>
          <p:cNvPr id="9" name="corner pixel 2-1"/>
          <p:cNvSpPr/>
          <p:nvPr/>
        </p:nvSpPr>
        <p:spPr>
          <a:xfrm>
            <a:off x="11265408" y="832104"/>
            <a:ext cx="274320" cy="274320"/>
          </a:xfrm>
          <a:prstGeom prst="roundRect">
            <a:avLst>
              <a:gd name="adj" fmla="val 20000"/>
            </a:avLst>
          </a:prstGeom>
          <a:solidFill>
            <a:schemeClr val="accent2"/>
          </a:solidFill>
          <a:ln/>
        </p:spPr>
      </p:sp>
      <p:sp>
        <p:nvSpPr>
          <p:cNvPr id="10" name="stat card 1"/>
          <p:cNvSpPr/>
          <p:nvPr/>
        </p:nvSpPr>
        <p:spPr>
          <a:xfrm>
            <a:off x="566928" y="1783080"/>
            <a:ext cx="3474720" cy="1874520"/>
          </a:xfrm>
          <a:prstGeom prst="roundRect">
            <a:avLst>
              <a:gd name="adj" fmla="val 6829"/>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1" name="stat number 1"/>
          <p:cNvSpPr txBox="1"/>
          <p:nvPr/>
        </p:nvSpPr>
        <p:spPr>
          <a:xfrm>
            <a:off x="822960" y="1965960"/>
            <a:ext cx="2971800" cy="86868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29 → 0</a:t>
            </a:r>
            <a:endParaRPr lang="en-US" sz="4800" dirty="0"/>
          </a:p>
        </p:txBody>
      </p:sp>
      <p:sp>
        <p:nvSpPr>
          <p:cNvPr id="12" name="stat label 1"/>
          <p:cNvSpPr txBox="1"/>
          <p:nvPr/>
        </p:nvSpPr>
        <p:spPr>
          <a:xfrm>
            <a:off x="822960" y="2880360"/>
            <a:ext cx="2971800" cy="6858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secrets exposed without PrivacyLens, versus with it</a:t>
            </a:r>
            <a:endParaRPr lang="en-US" sz="1400" dirty="0"/>
          </a:p>
        </p:txBody>
      </p:sp>
      <p:sp>
        <p:nvSpPr>
          <p:cNvPr id="13" name="stat card 2"/>
          <p:cNvSpPr/>
          <p:nvPr/>
        </p:nvSpPr>
        <p:spPr>
          <a:xfrm>
            <a:off x="4361688" y="1783080"/>
            <a:ext cx="3474720" cy="1874520"/>
          </a:xfrm>
          <a:prstGeom prst="roundRect">
            <a:avLst>
              <a:gd name="adj" fmla="val 6829"/>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4" name="stat number 2"/>
          <p:cNvSpPr txBox="1"/>
          <p:nvPr/>
        </p:nvSpPr>
        <p:spPr>
          <a:xfrm>
            <a:off x="4617720" y="1965960"/>
            <a:ext cx="2971800" cy="86868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100%</a:t>
            </a:r>
            <a:endParaRPr lang="en-US" sz="4800" dirty="0"/>
          </a:p>
        </p:txBody>
      </p:sp>
      <p:sp>
        <p:nvSpPr>
          <p:cNvPr id="15" name="stat label 2"/>
          <p:cNvSpPr txBox="1"/>
          <p:nvPr/>
        </p:nvSpPr>
        <p:spPr>
          <a:xfrm>
            <a:off x="4617720" y="2880360"/>
            <a:ext cx="2971800" cy="6858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recall on 29 annotated private values</a:t>
            </a:r>
            <a:endParaRPr lang="en-US" sz="1400" dirty="0"/>
          </a:p>
        </p:txBody>
      </p:sp>
      <p:sp>
        <p:nvSpPr>
          <p:cNvPr id="16" name="stat card 3"/>
          <p:cNvSpPr/>
          <p:nvPr/>
        </p:nvSpPr>
        <p:spPr>
          <a:xfrm>
            <a:off x="8156448" y="1783080"/>
            <a:ext cx="3474720" cy="1874520"/>
          </a:xfrm>
          <a:prstGeom prst="roundRect">
            <a:avLst>
              <a:gd name="adj" fmla="val 6829"/>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17" name="stat number 3"/>
          <p:cNvSpPr txBox="1"/>
          <p:nvPr/>
        </p:nvSpPr>
        <p:spPr>
          <a:xfrm>
            <a:off x="8412480" y="1965960"/>
            <a:ext cx="2971800" cy="86868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100%</a:t>
            </a:r>
            <a:endParaRPr lang="en-US" sz="4800" dirty="0"/>
          </a:p>
        </p:txBody>
      </p:sp>
      <p:sp>
        <p:nvSpPr>
          <p:cNvPr id="18" name="stat label 3"/>
          <p:cNvSpPr txBox="1"/>
          <p:nvPr/>
        </p:nvSpPr>
        <p:spPr>
          <a:xfrm>
            <a:off x="8412480" y="2880360"/>
            <a:ext cx="2971800" cy="6858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precision: 0 of 44 lookalikes wrongly hidden</a:t>
            </a:r>
            <a:endParaRPr lang="en-US" sz="1400" dirty="0"/>
          </a:p>
        </p:txBody>
      </p:sp>
      <p:sp>
        <p:nvSpPr>
          <p:cNvPr id="19" name="stat card 4"/>
          <p:cNvSpPr/>
          <p:nvPr/>
        </p:nvSpPr>
        <p:spPr>
          <a:xfrm>
            <a:off x="566928" y="3886200"/>
            <a:ext cx="3474720" cy="1874520"/>
          </a:xfrm>
          <a:prstGeom prst="roundRect">
            <a:avLst>
              <a:gd name="adj" fmla="val 6829"/>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20" name="stat number 4"/>
          <p:cNvSpPr txBox="1"/>
          <p:nvPr/>
        </p:nvSpPr>
        <p:spPr>
          <a:xfrm>
            <a:off x="822960" y="4069080"/>
            <a:ext cx="2971800" cy="86868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20 / 20</a:t>
            </a:r>
            <a:endParaRPr lang="en-US" sz="4800" dirty="0"/>
          </a:p>
        </p:txBody>
      </p:sp>
      <p:sp>
        <p:nvSpPr>
          <p:cNvPr id="21" name="stat label 4"/>
          <p:cNvSpPr txBox="1"/>
          <p:nvPr/>
        </p:nvSpPr>
        <p:spPr>
          <a:xfrm>
            <a:off x="822960" y="4983480"/>
            <a:ext cx="2971800" cy="6858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adversarial cases pass: disguised data, hostile AI replies, forced failure</a:t>
            </a:r>
            <a:endParaRPr lang="en-US" sz="1400" dirty="0"/>
          </a:p>
        </p:txBody>
      </p:sp>
      <p:sp>
        <p:nvSpPr>
          <p:cNvPr id="22" name="stat card 5"/>
          <p:cNvSpPr/>
          <p:nvPr/>
        </p:nvSpPr>
        <p:spPr>
          <a:xfrm>
            <a:off x="4361688" y="3886200"/>
            <a:ext cx="3474720" cy="1874520"/>
          </a:xfrm>
          <a:prstGeom prst="roundRect">
            <a:avLst>
              <a:gd name="adj" fmla="val 6829"/>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23" name="stat number 5"/>
          <p:cNvSpPr txBox="1"/>
          <p:nvPr/>
        </p:nvSpPr>
        <p:spPr>
          <a:xfrm>
            <a:off x="4617720" y="4069080"/>
            <a:ext cx="2971800" cy="86868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94.4%</a:t>
            </a:r>
            <a:endParaRPr lang="en-US" sz="4800" dirty="0"/>
          </a:p>
        </p:txBody>
      </p:sp>
      <p:sp>
        <p:nvSpPr>
          <p:cNvPr id="24" name="stat label 5"/>
          <p:cNvSpPr txBox="1"/>
          <p:nvPr/>
        </p:nvSpPr>
        <p:spPr>
          <a:xfrm>
            <a:off x="4617720" y="4983480"/>
            <a:ext cx="2971800" cy="6858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task success with Gemini, 17 of 18 runs, 0 leaks</a:t>
            </a:r>
            <a:endParaRPr lang="en-US" sz="1400" dirty="0"/>
          </a:p>
        </p:txBody>
      </p:sp>
      <p:sp>
        <p:nvSpPr>
          <p:cNvPr id="25" name="stat card 6"/>
          <p:cNvSpPr/>
          <p:nvPr/>
        </p:nvSpPr>
        <p:spPr>
          <a:xfrm>
            <a:off x="8156448" y="3886200"/>
            <a:ext cx="3474720" cy="1874520"/>
          </a:xfrm>
          <a:prstGeom prst="roundRect">
            <a:avLst>
              <a:gd name="adj" fmla="val 6829"/>
            </a:avLst>
          </a:prstGeom>
          <a:solidFill>
            <a:schemeClr val="bg2"/>
          </a:solidFill>
          <a:ln w="9525">
            <a:solidFill>
              <a:schemeClr val="accent5"/>
            </a:solidFill>
            <a:prstDash val="solid"/>
          </a:ln>
          <a:effectLst>
            <a:outerShdw sx="100000" sy="100000" kx="0" ky="0" algn="bl" rotWithShape="0" blurRad="127000" dist="25400" dir="5400000">
              <a:srgbClr val="000000">
                <a:alpha val="10000"/>
              </a:srgbClr>
            </a:outerShdw>
          </a:effectLst>
        </p:spPr>
      </p:sp>
      <p:sp>
        <p:nvSpPr>
          <p:cNvPr id="26" name="stat number 6"/>
          <p:cNvSpPr txBox="1"/>
          <p:nvPr/>
        </p:nvSpPr>
        <p:spPr>
          <a:xfrm>
            <a:off x="8412480" y="4069080"/>
            <a:ext cx="2971800" cy="86868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212</a:t>
            </a:r>
            <a:endParaRPr lang="en-US" sz="4800" dirty="0"/>
          </a:p>
        </p:txBody>
      </p:sp>
      <p:sp>
        <p:nvSpPr>
          <p:cNvPr id="27" name="stat label 6"/>
          <p:cNvSpPr txBox="1"/>
          <p:nvPr/>
        </p:nvSpPr>
        <p:spPr>
          <a:xfrm>
            <a:off x="8412480" y="4983480"/>
            <a:ext cx="2971800" cy="68580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automated tests passed in the last full run</a:t>
            </a:r>
            <a:endParaRPr lang="en-US" sz="1400" dirty="0"/>
          </a:p>
        </p:txBody>
      </p:sp>
      <p:sp>
        <p:nvSpPr>
          <p:cNvPr id="28" name="results footnote"/>
          <p:cNvSpPr txBox="1"/>
          <p:nvPr/>
        </p:nvSpPr>
        <p:spPr>
          <a:xfrm>
            <a:off x="566928" y="5989320"/>
            <a:ext cx="11064240" cy="36576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Measured on our six controlled test pages with the default settings (eval/results.json). The leak counts cover those pages and two paths: the message to the AI and the browser's network traffic.</a:t>
            </a:r>
            <a:endParaRPr lang="en-US" sz="12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640080" y="457200"/>
            <a:ext cx="9326880" cy="100584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The whole problem statement, </a:t>
            </a:r>
            <a:pPr indent="0" marL="0">
              <a:buNone/>
            </a:pPr>
            <a:r>
              <a:rPr lang="en-US" sz="3800" b="1" dirty="0">
                <a:solidFill>
                  <a:schemeClr val="accent1"/>
                </a:solidFill>
                <a:latin typeface="Arial" pitchFamily="34" charset="0"/>
                <a:ea typeface="Arial" pitchFamily="34" charset="-122"/>
                <a:cs typeface="Arial" pitchFamily="34" charset="-120"/>
              </a:rPr>
              <a:t>covered</a:t>
            </a:r>
            <a:endParaRPr lang="en-US" sz="3800" dirty="0"/>
          </a:p>
        </p:txBody>
      </p:sp>
      <p:sp>
        <p:nvSpPr>
          <p:cNvPr id="4" name="corner pixel 0-0"/>
          <p:cNvSpPr/>
          <p:nvPr/>
        </p:nvSpPr>
        <p:spPr>
          <a:xfrm>
            <a:off x="10607040" y="502920"/>
            <a:ext cx="274320" cy="274320"/>
          </a:xfrm>
          <a:prstGeom prst="roundRect">
            <a:avLst>
              <a:gd name="adj" fmla="val 20000"/>
            </a:avLst>
          </a:prstGeom>
          <a:solidFill>
            <a:schemeClr val="accent1"/>
          </a:solidFill>
          <a:ln/>
        </p:spPr>
      </p:sp>
      <p:sp>
        <p:nvSpPr>
          <p:cNvPr id="5" name="corner pixel 0-1"/>
          <p:cNvSpPr/>
          <p:nvPr/>
        </p:nvSpPr>
        <p:spPr>
          <a:xfrm>
            <a:off x="10607040" y="832104"/>
            <a:ext cx="274320" cy="274320"/>
          </a:xfrm>
          <a:prstGeom prst="roundRect">
            <a:avLst>
              <a:gd name="adj" fmla="val 20000"/>
            </a:avLst>
          </a:prstGeom>
          <a:solidFill>
            <a:schemeClr val="accent5"/>
          </a:solidFill>
          <a:ln/>
        </p:spPr>
      </p:sp>
      <p:sp>
        <p:nvSpPr>
          <p:cNvPr id="6" name="corner pixel 1-0"/>
          <p:cNvSpPr/>
          <p:nvPr/>
        </p:nvSpPr>
        <p:spPr>
          <a:xfrm>
            <a:off x="10936224" y="502920"/>
            <a:ext cx="274320" cy="274320"/>
          </a:xfrm>
          <a:prstGeom prst="roundRect">
            <a:avLst>
              <a:gd name="adj" fmla="val 20000"/>
            </a:avLst>
          </a:prstGeom>
          <a:solidFill>
            <a:schemeClr val="accent5"/>
          </a:solidFill>
          <a:ln/>
        </p:spPr>
      </p:sp>
      <p:sp>
        <p:nvSpPr>
          <p:cNvPr id="7" name="corner pixel 1-1"/>
          <p:cNvSpPr/>
          <p:nvPr/>
        </p:nvSpPr>
        <p:spPr>
          <a:xfrm>
            <a:off x="10936224" y="832104"/>
            <a:ext cx="274320" cy="274320"/>
          </a:xfrm>
          <a:prstGeom prst="roundRect">
            <a:avLst>
              <a:gd name="adj" fmla="val 20000"/>
            </a:avLst>
          </a:prstGeom>
          <a:solidFill>
            <a:schemeClr val="accent4"/>
          </a:solidFill>
          <a:ln/>
        </p:spPr>
      </p:sp>
      <p:sp>
        <p:nvSpPr>
          <p:cNvPr id="8" name="corner pixel 2-0"/>
          <p:cNvSpPr/>
          <p:nvPr/>
        </p:nvSpPr>
        <p:spPr>
          <a:xfrm>
            <a:off x="11265408" y="502920"/>
            <a:ext cx="274320" cy="274320"/>
          </a:xfrm>
          <a:prstGeom prst="roundRect">
            <a:avLst>
              <a:gd name="adj" fmla="val 20000"/>
            </a:avLst>
          </a:prstGeom>
          <a:solidFill>
            <a:schemeClr val="accent4"/>
          </a:solidFill>
          <a:ln/>
        </p:spPr>
      </p:sp>
      <p:sp>
        <p:nvSpPr>
          <p:cNvPr id="9" name="corner pixel 2-1"/>
          <p:cNvSpPr/>
          <p:nvPr/>
        </p:nvSpPr>
        <p:spPr>
          <a:xfrm>
            <a:off x="11265408" y="832104"/>
            <a:ext cx="274320" cy="274320"/>
          </a:xfrm>
          <a:prstGeom prst="roundRect">
            <a:avLst>
              <a:gd name="adj" fmla="val 20000"/>
            </a:avLst>
          </a:prstGeom>
          <a:solidFill>
            <a:schemeClr val="accent2"/>
          </a:solidFill>
          <a:ln/>
        </p:spPr>
      </p:sp>
      <p:sp>
        <p:nvSpPr>
          <p:cNvPr id="10" name="task letter A"/>
          <p:cNvSpPr/>
          <p:nvPr/>
        </p:nvSpPr>
        <p:spPr>
          <a:xfrm>
            <a:off x="640080" y="1783080"/>
            <a:ext cx="548640" cy="548640"/>
          </a:xfrm>
          <a:prstGeom prst="roundRect">
            <a:avLst>
              <a:gd name="adj" fmla="val 22000"/>
            </a:avLst>
          </a:prstGeom>
          <a:solidFill>
            <a:schemeClr val="accent1"/>
          </a:solidFill>
          <a:ln/>
        </p:spPr>
      </p:sp>
      <p:sp>
        <p:nvSpPr>
          <p:cNvPr id="11" name="task letter A label"/>
          <p:cNvSpPr txBox="1"/>
          <p:nvPr/>
        </p:nvSpPr>
        <p:spPr>
          <a:xfrm>
            <a:off x="640080" y="178308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A</a:t>
            </a:r>
            <a:endParaRPr lang="en-US" sz="2200" dirty="0"/>
          </a:p>
        </p:txBody>
      </p:sp>
      <p:sp>
        <p:nvSpPr>
          <p:cNvPr id="12" name="task title A"/>
          <p:cNvSpPr txBox="1"/>
          <p:nvPr/>
        </p:nvSpPr>
        <p:spPr>
          <a:xfrm>
            <a:off x="1417320" y="1764792"/>
            <a:ext cx="5394960" cy="32004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Detect</a:t>
            </a:r>
            <a:endParaRPr lang="en-US" sz="1800" dirty="0"/>
          </a:p>
        </p:txBody>
      </p:sp>
      <p:sp>
        <p:nvSpPr>
          <p:cNvPr id="13" name="task body A"/>
          <p:cNvSpPr txBox="1"/>
          <p:nvPr/>
        </p:nvSpPr>
        <p:spPr>
          <a:xfrm>
            <a:off x="1417320" y="2112264"/>
            <a:ext cx="5394960" cy="54864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Patterns with checksums, page structure, context rules, faces</a:t>
            </a:r>
            <a:endParaRPr lang="en-US" sz="1400" dirty="0"/>
          </a:p>
        </p:txBody>
      </p:sp>
      <p:sp>
        <p:nvSpPr>
          <p:cNvPr id="14" name="task letter B"/>
          <p:cNvSpPr/>
          <p:nvPr/>
        </p:nvSpPr>
        <p:spPr>
          <a:xfrm>
            <a:off x="640080" y="2724912"/>
            <a:ext cx="548640" cy="548640"/>
          </a:xfrm>
          <a:prstGeom prst="roundRect">
            <a:avLst>
              <a:gd name="adj" fmla="val 22000"/>
            </a:avLst>
          </a:prstGeom>
          <a:solidFill>
            <a:schemeClr val="accent2"/>
          </a:solidFill>
          <a:ln/>
        </p:spPr>
      </p:sp>
      <p:sp>
        <p:nvSpPr>
          <p:cNvPr id="15" name="task letter B label"/>
          <p:cNvSpPr txBox="1"/>
          <p:nvPr/>
        </p:nvSpPr>
        <p:spPr>
          <a:xfrm>
            <a:off x="640080" y="2724912"/>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B</a:t>
            </a:r>
            <a:endParaRPr lang="en-US" sz="2200" dirty="0"/>
          </a:p>
        </p:txBody>
      </p:sp>
      <p:sp>
        <p:nvSpPr>
          <p:cNvPr id="16" name="task title B"/>
          <p:cNvSpPr txBox="1"/>
          <p:nvPr/>
        </p:nvSpPr>
        <p:spPr>
          <a:xfrm>
            <a:off x="1417320" y="2706624"/>
            <a:ext cx="5394960" cy="32004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Sanitize</a:t>
            </a:r>
            <a:endParaRPr lang="en-US" sz="1800" dirty="0"/>
          </a:p>
        </p:txBody>
      </p:sp>
      <p:sp>
        <p:nvSpPr>
          <p:cNvPr id="17" name="task body B"/>
          <p:cNvSpPr txBox="1"/>
          <p:nvPr/>
        </p:nvSpPr>
        <p:spPr>
          <a:xfrm>
            <a:off x="1417320" y="3054096"/>
            <a:ext cx="5394960" cy="54864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Placeholders in text, solid black in screenshots, structure kept</a:t>
            </a:r>
            <a:endParaRPr lang="en-US" sz="1400" dirty="0"/>
          </a:p>
        </p:txBody>
      </p:sp>
      <p:sp>
        <p:nvSpPr>
          <p:cNvPr id="18" name="task letter C"/>
          <p:cNvSpPr/>
          <p:nvPr/>
        </p:nvSpPr>
        <p:spPr>
          <a:xfrm>
            <a:off x="640080" y="3666744"/>
            <a:ext cx="548640" cy="548640"/>
          </a:xfrm>
          <a:prstGeom prst="roundRect">
            <a:avLst>
              <a:gd name="adj" fmla="val 22000"/>
            </a:avLst>
          </a:prstGeom>
          <a:solidFill>
            <a:schemeClr val="accent1"/>
          </a:solidFill>
          <a:ln/>
        </p:spPr>
      </p:sp>
      <p:sp>
        <p:nvSpPr>
          <p:cNvPr id="19" name="task letter C label"/>
          <p:cNvSpPr txBox="1"/>
          <p:nvPr/>
        </p:nvSpPr>
        <p:spPr>
          <a:xfrm>
            <a:off x="640080" y="3666744"/>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C</a:t>
            </a:r>
            <a:endParaRPr lang="en-US" sz="2200" dirty="0"/>
          </a:p>
        </p:txBody>
      </p:sp>
      <p:sp>
        <p:nvSpPr>
          <p:cNvPr id="20" name="task title C"/>
          <p:cNvSpPr txBox="1"/>
          <p:nvPr/>
        </p:nvSpPr>
        <p:spPr>
          <a:xfrm>
            <a:off x="1417320" y="3648456"/>
            <a:ext cx="5394960" cy="32004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Reason and act</a:t>
            </a:r>
            <a:endParaRPr lang="en-US" sz="1800" dirty="0"/>
          </a:p>
        </p:txBody>
      </p:sp>
      <p:sp>
        <p:nvSpPr>
          <p:cNvPr id="21" name="task body C"/>
          <p:cNvSpPr txBox="1"/>
          <p:nvPr/>
        </p:nvSpPr>
        <p:spPr>
          <a:xfrm>
            <a:off x="1417320" y="3995928"/>
            <a:ext cx="5394960" cy="54864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Gemini or the offline planner, validated actions, approval for risky steps</a:t>
            </a:r>
            <a:endParaRPr lang="en-US" sz="1400" dirty="0"/>
          </a:p>
        </p:txBody>
      </p:sp>
      <p:sp>
        <p:nvSpPr>
          <p:cNvPr id="22" name="task letter D"/>
          <p:cNvSpPr/>
          <p:nvPr/>
        </p:nvSpPr>
        <p:spPr>
          <a:xfrm>
            <a:off x="640080" y="4608576"/>
            <a:ext cx="548640" cy="548640"/>
          </a:xfrm>
          <a:prstGeom prst="roundRect">
            <a:avLst>
              <a:gd name="adj" fmla="val 22000"/>
            </a:avLst>
          </a:prstGeom>
          <a:solidFill>
            <a:schemeClr val="accent2"/>
          </a:solidFill>
          <a:ln/>
        </p:spPr>
      </p:sp>
      <p:sp>
        <p:nvSpPr>
          <p:cNvPr id="23" name="task letter D label"/>
          <p:cNvSpPr txBox="1"/>
          <p:nvPr/>
        </p:nvSpPr>
        <p:spPr>
          <a:xfrm>
            <a:off x="640080" y="4608576"/>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D</a:t>
            </a:r>
            <a:endParaRPr lang="en-US" sz="2200" dirty="0"/>
          </a:p>
        </p:txBody>
      </p:sp>
      <p:sp>
        <p:nvSpPr>
          <p:cNvPr id="24" name="task title D"/>
          <p:cNvSpPr txBox="1"/>
          <p:nvPr/>
        </p:nvSpPr>
        <p:spPr>
          <a:xfrm>
            <a:off x="1417320" y="4590288"/>
            <a:ext cx="5394960" cy="32004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Validate and prove</a:t>
            </a:r>
            <a:endParaRPr lang="en-US" sz="1800" dirty="0"/>
          </a:p>
        </p:txBody>
      </p:sp>
      <p:sp>
        <p:nvSpPr>
          <p:cNvPr id="25" name="task body D"/>
          <p:cNvSpPr txBox="1"/>
          <p:nvPr/>
        </p:nvSpPr>
        <p:spPr>
          <a:xfrm>
            <a:off x="1417320" y="4937760"/>
            <a:ext cx="5394960" cy="54864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Fail-closed guard, injection defence, before and after preview, tests</a:t>
            </a:r>
            <a:endParaRPr lang="en-US" sz="1400" dirty="0"/>
          </a:p>
        </p:txBody>
      </p:sp>
      <p:sp>
        <p:nvSpPr>
          <p:cNvPr id="26" name="bonus line"/>
          <p:cNvSpPr txBox="1"/>
          <p:nvPr/>
        </p:nvSpPr>
        <p:spPr>
          <a:xfrm>
            <a:off x="640080" y="5577840"/>
            <a:ext cx="6172200" cy="64008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Bonuses: 7 of 9 fully covered, 2 partly. Fully local AI uses the offline planner only, and cross-browser covers Chromium and WebKit.</a:t>
            </a:r>
            <a:endParaRPr lang="en-US" sz="1400" dirty="0"/>
          </a:p>
        </p:txBody>
      </p:sp>
      <p:sp>
        <p:nvSpPr>
          <p:cNvPr id="27" name="honest card"/>
          <p:cNvSpPr/>
          <p:nvPr/>
        </p:nvSpPr>
        <p:spPr>
          <a:xfrm>
            <a:off x="7406640" y="1783080"/>
            <a:ext cx="4206240" cy="4434840"/>
          </a:xfrm>
          <a:prstGeom prst="roundRect">
            <a:avLst>
              <a:gd name="adj" fmla="val 3478"/>
            </a:avLst>
          </a:prstGeom>
          <a:solidFill>
            <a:schemeClr val="accent6"/>
          </a:solidFill>
          <a:ln/>
        </p:spPr>
      </p:sp>
      <p:sp>
        <p:nvSpPr>
          <p:cNvPr id="28" name="honest head"/>
          <p:cNvSpPr txBox="1"/>
          <p:nvPr/>
        </p:nvSpPr>
        <p:spPr>
          <a:xfrm>
            <a:off x="7680960" y="2011680"/>
            <a:ext cx="3657600" cy="365760"/>
          </a:xfrm>
          <a:prstGeom prst="rect">
            <a:avLst/>
          </a:prstGeom>
          <a:noFill/>
          <a:ln/>
        </p:spPr>
        <p:txBody>
          <a:bodyPr wrap="square" lIns="0" tIns="0" rIns="0" bIns="0" rtlCol="0" anchor="t"/>
          <a:lstStyle/>
          <a:p>
            <a:pPr indent="0" marL="0">
              <a:buNone/>
            </a:pPr>
            <a:r>
              <a:rPr lang="en-US" sz="1800" b="1" dirty="0">
                <a:solidFill>
                  <a:schemeClr val="accent2"/>
                </a:solidFill>
                <a:latin typeface="Arial" pitchFamily="34" charset="0"/>
                <a:ea typeface="Arial" pitchFamily="34" charset="-122"/>
                <a:cs typeface="Arial" pitchFamily="34" charset="-120"/>
              </a:rPr>
              <a:t>What it is, honestly</a:t>
            </a:r>
            <a:endParaRPr lang="en-US" sz="1800" dirty="0"/>
          </a:p>
        </p:txBody>
      </p:sp>
      <p:sp>
        <p:nvSpPr>
          <p:cNvPr id="29" name="honest list"/>
          <p:cNvSpPr txBox="1"/>
          <p:nvPr/>
        </p:nvSpPr>
        <p:spPr>
          <a:xfrm>
            <a:off x="7680960" y="2560320"/>
            <a:ext cx="36576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Arial" pitchFamily="34" charset="0"/>
                <a:ea typeface="Arial" pitchFamily="34" charset="-122"/>
                <a:cs typeface="Arial" pitchFamily="34" charset="-120"/>
              </a:rPr>
              <a:t>A working prototype on controlled test pages</a:t>
            </a:r>
            <a:endParaRPr lang="en-US" sz="1400" dirty="0"/>
          </a:p>
          <a:p>
            <a:pPr marL="342900" indent="-342900">
              <a:spcAft>
                <a:spcPts val="800"/>
              </a:spcAft>
              <a:buSzPct val="100000"/>
              <a:buChar char="•"/>
            </a:pPr>
            <a:r>
              <a:rPr lang="en-US" sz="1400" dirty="0">
                <a:solidFill>
                  <a:schemeClr val="bg1"/>
                </a:solidFill>
                <a:latin typeface="Arial" pitchFamily="34" charset="0"/>
                <a:ea typeface="Arial" pitchFamily="34" charset="-122"/>
                <a:cs typeface="Arial" pitchFamily="34" charset="-120"/>
              </a:rPr>
              <a:t>Not a layer for every website, yet</a:t>
            </a:r>
            <a:endParaRPr lang="en-US" sz="1400" dirty="0"/>
          </a:p>
          <a:p>
            <a:pPr marL="342900" indent="-342900">
              <a:spcAft>
                <a:spcPts val="800"/>
              </a:spcAft>
              <a:buSzPct val="100000"/>
              <a:buChar char="•"/>
            </a:pPr>
            <a:r>
              <a:rPr lang="en-US" sz="1400" dirty="0">
                <a:solidFill>
                  <a:schemeClr val="bg1"/>
                </a:solidFill>
                <a:latin typeface="Arial" pitchFamily="34" charset="0"/>
                <a:ea typeface="Arial" pitchFamily="34" charset="-122"/>
                <a:cs typeface="Arial" pitchFamily="34" charset="-120"/>
              </a:rPr>
              <a:t>Next: a real-sites mode and a browser extension</a:t>
            </a:r>
            <a:endParaRPr lang="en-US" sz="1400" dirty="0"/>
          </a:p>
        </p:txBody>
      </p:sp>
      <p:sp>
        <p:nvSpPr>
          <p:cNvPr id="30" name="questions"/>
          <p:cNvSpPr txBox="1"/>
          <p:nvPr/>
        </p:nvSpPr>
        <p:spPr>
          <a:xfrm>
            <a:off x="7680960" y="5257800"/>
            <a:ext cx="3657600" cy="68580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Questions?</a:t>
            </a:r>
            <a:endParaRPr lang="en-US" sz="3600" dirty="0"/>
          </a:p>
        </p:txBody>
      </p:sp>
      <p:sp>
        <p:nvSpPr>
          <p:cNvPr id="25" name="Slide Number Placeholder 0"/>
          <p:cNvSpPr>
            <a:spLocks noGrp="1"/>
          </p:cNvSpPr>
          <p:nvPr>
            <p:ph type="sldNum" sz="quarter" idx="4294967295"/>
          </p:nvPr>
        </p:nvSpPr>
        <p:spPr>
          <a:xfrm>
            <a:off x="1106424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PrivacyLens">
  <a:themeElements>
    <a:clrScheme name="PrivacyLens">
      <a:dk1>
        <a:srgbClr val="1E1B18"/>
      </a:dk1>
      <a:lt1>
        <a:srgbClr val="FFF6EC"/>
      </a:lt1>
      <a:dk2>
        <a:srgbClr val="45403B"/>
      </a:dk2>
      <a:lt2>
        <a:srgbClr val="FFFFFF"/>
      </a:lt2>
      <a:accent1>
        <a:srgbClr val="FF5C22"/>
      </a:accent1>
      <a:accent2>
        <a:srgbClr val="FDBB78"/>
      </a:accent2>
      <a:accent3>
        <a:srgbClr val="7A716B"/>
      </a:accent3>
      <a:accent4>
        <a:srgbClr val="45403B"/>
      </a:accent4>
      <a:accent5>
        <a:srgbClr val="D8D4D0"/>
      </a:accent5>
      <a:accent6>
        <a:srgbClr val="1E1B18"/>
      </a:accent6>
      <a:hlink>
        <a:srgbClr val="FF5C22"/>
      </a:hlink>
      <a:folHlink>
        <a:srgbClr val="7A716B"/>
      </a:folHlink>
    </a:clrScheme>
    <a:fontScheme name="PrivacyLen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PECATHON'26 PS-004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PrivacyLens: a privacy-preserving AI browser agent</dc:title>
  <dc:subject>PptxGenJS Presentation</dc:subject>
  <dc:creator>PrivacyLens team</dc:creator>
  <cp:lastModifiedBy>PrivacyLens team</cp:lastModifiedBy>
  <cp:revision>1</cp:revision>
  <dcterms:created xsi:type="dcterms:W3CDTF">2026-10-30T00:34:58Z</dcterms:created>
  <dcterms:modified xsi:type="dcterms:W3CDTF">2026-10-30T00:34:58Z</dcterms:modified>
</cp:coreProperties>
</file>